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87" r:id="rId4"/>
    <p:sldId id="279" r:id="rId5"/>
    <p:sldId id="280" r:id="rId6"/>
    <p:sldId id="281" r:id="rId7"/>
    <p:sldId id="282" r:id="rId8"/>
    <p:sldId id="283" r:id="rId9"/>
    <p:sldId id="284" r:id="rId10"/>
    <p:sldId id="286" r:id="rId11"/>
    <p:sldId id="288" r:id="rId12"/>
    <p:sldId id="285" r:id="rId13"/>
    <p:sldId id="289" r:id="rId14"/>
    <p:sldId id="290" r:id="rId15"/>
    <p:sldId id="292" r:id="rId16"/>
    <p:sldId id="293" r:id="rId17"/>
    <p:sldId id="295" r:id="rId18"/>
    <p:sldId id="296" r:id="rId19"/>
    <p:sldId id="297" r:id="rId20"/>
    <p:sldId id="294" r:id="rId21"/>
    <p:sldId id="299" r:id="rId22"/>
    <p:sldId id="300" r:id="rId23"/>
    <p:sldId id="301" r:id="rId24"/>
    <p:sldId id="302" r:id="rId25"/>
    <p:sldId id="304" r:id="rId26"/>
    <p:sldId id="309" r:id="rId27"/>
    <p:sldId id="308" r:id="rId28"/>
    <p:sldId id="307" r:id="rId29"/>
    <p:sldId id="306" r:id="rId30"/>
    <p:sldId id="305" r:id="rId31"/>
    <p:sldId id="298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384D"/>
    <a:srgbClr val="103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CE362-860B-46CA-BBF9-627FADA0CED8}" v="117" dt="2026-01-14T23:20:48.491"/>
    <p1510:client id="{4B1B37F1-FD4C-4174-9E3E-AE13B073B8F9}" v="194" dt="2026-01-14T20:51:20.010"/>
    <p1510:client id="{703CA7D2-04E2-4B04-8B55-E7ADCDA65A73}" v="405" dt="2026-01-14T23:48:42.362"/>
    <p1510:client id="{79597F66-A3B8-45FD-A03B-B61BCD60AD65}" v="433" dt="2026-01-14T22:51:27.346"/>
    <p1510:client id="{A80856A4-E43F-4C0C-82CF-BF55B645A679}" v="241" dt="2026-01-14T23:06:14.261"/>
    <p1510:client id="{B4C04464-03F3-4E79-A799-4633E7E8864D}" v="1" dt="2026-01-15T07:57:28.562"/>
    <p1510:client id="{FAD9676C-688F-410C-BD9D-C8B320308863}" v="27" dt="2026-01-14T15:54:12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06D947-AC85-4025-9CA9-5C3D59DFAFFB}" type="doc">
      <dgm:prSet loTypeId="urn:microsoft.com/office/officeart/2005/8/layout/hChevron3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it-IT"/>
        </a:p>
      </dgm:t>
    </dgm:pt>
    <dgm:pt modelId="{384E9E53-4CCE-4A22-8C07-695B5D97AC6E}">
      <dgm:prSet phldrT="[Testo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App local development</a:t>
          </a:r>
          <a:endParaRPr lang="en-US" dirty="0"/>
        </a:p>
      </dgm:t>
    </dgm:pt>
    <dgm:pt modelId="{9B3F84E2-CCB0-44E4-8640-DDBC72784D49}" type="parTrans" cxnId="{EA906917-06E9-4A07-8FF3-C4FC67092909}">
      <dgm:prSet/>
      <dgm:spPr/>
      <dgm:t>
        <a:bodyPr/>
        <a:lstStyle/>
        <a:p>
          <a:endParaRPr lang="it-IT"/>
        </a:p>
      </dgm:t>
    </dgm:pt>
    <dgm:pt modelId="{F3DAB94C-9AAD-4ABB-BE3A-ADF3AACC157E}" type="sibTrans" cxnId="{EA906917-06E9-4A07-8FF3-C4FC67092909}">
      <dgm:prSet/>
      <dgm:spPr/>
      <dgm:t>
        <a:bodyPr/>
        <a:lstStyle/>
        <a:p>
          <a:endParaRPr lang="it-IT"/>
        </a:p>
      </dgm:t>
    </dgm:pt>
    <dgm:pt modelId="{5CA2AD1B-B522-44B0-8C3B-E99F31EA31CB}">
      <dgm:prSet phldrT="[Testo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API deployment</a:t>
          </a:r>
          <a:endParaRPr lang="en-US" dirty="0"/>
        </a:p>
      </dgm:t>
    </dgm:pt>
    <dgm:pt modelId="{7C566130-B9A4-4DD1-B874-4F9C8AAC5B9A}" type="parTrans" cxnId="{8E51787E-8968-44F7-AEF9-EF3E74A1CBC3}">
      <dgm:prSet/>
      <dgm:spPr/>
      <dgm:t>
        <a:bodyPr/>
        <a:lstStyle/>
        <a:p>
          <a:endParaRPr lang="it-IT"/>
        </a:p>
      </dgm:t>
    </dgm:pt>
    <dgm:pt modelId="{4575AA8A-B9A5-478A-ACDF-49B09FFF0B5C}" type="sibTrans" cxnId="{8E51787E-8968-44F7-AEF9-EF3E74A1CBC3}">
      <dgm:prSet/>
      <dgm:spPr/>
      <dgm:t>
        <a:bodyPr/>
        <a:lstStyle/>
        <a:p>
          <a:endParaRPr lang="it-IT"/>
        </a:p>
      </dgm:t>
    </dgm:pt>
    <dgm:pt modelId="{5BC85793-4B5E-4F8D-A697-15C5D7D2CFE4}">
      <dgm:prSet phldrT="[Testo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API gateway</a:t>
          </a:r>
          <a:endParaRPr lang="en-US" dirty="0"/>
        </a:p>
      </dgm:t>
    </dgm:pt>
    <dgm:pt modelId="{17AD46B4-1EDA-4730-BA09-CDF0A808F13D}" type="parTrans" cxnId="{D3D58B04-DC96-4101-8B46-2B74183ED92A}">
      <dgm:prSet/>
      <dgm:spPr/>
      <dgm:t>
        <a:bodyPr/>
        <a:lstStyle/>
        <a:p>
          <a:endParaRPr lang="it-IT"/>
        </a:p>
      </dgm:t>
    </dgm:pt>
    <dgm:pt modelId="{F8E4CE5B-A229-4555-B9E0-0B727A3EDD9B}" type="sibTrans" cxnId="{D3D58B04-DC96-4101-8B46-2B74183ED92A}">
      <dgm:prSet/>
      <dgm:spPr/>
      <dgm:t>
        <a:bodyPr/>
        <a:lstStyle/>
        <a:p>
          <a:endParaRPr lang="it-IT"/>
        </a:p>
      </dgm:t>
    </dgm:pt>
    <dgm:pt modelId="{B1C2202B-D711-4775-A194-4D37872F44C4}">
      <dgm:prSet phldrT="[Testo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Test</a:t>
          </a:r>
          <a:endParaRPr lang="en-US" dirty="0"/>
        </a:p>
      </dgm:t>
    </dgm:pt>
    <dgm:pt modelId="{961E6394-8F46-4962-A668-A0B6393253A1}" type="parTrans" cxnId="{F12FACC3-95AB-4B57-9310-693F7A476F91}">
      <dgm:prSet/>
      <dgm:spPr/>
      <dgm:t>
        <a:bodyPr/>
        <a:lstStyle/>
        <a:p>
          <a:endParaRPr lang="it-IT"/>
        </a:p>
      </dgm:t>
    </dgm:pt>
    <dgm:pt modelId="{B5C1B2D6-BCA3-4C9A-9454-AC19D05206E3}" type="sibTrans" cxnId="{F12FACC3-95AB-4B57-9310-693F7A476F91}">
      <dgm:prSet/>
      <dgm:spPr/>
      <dgm:t>
        <a:bodyPr/>
        <a:lstStyle/>
        <a:p>
          <a:endParaRPr lang="it-IT"/>
        </a:p>
      </dgm:t>
    </dgm:pt>
    <dgm:pt modelId="{C4C6DC80-207D-417F-9572-8D9572D11CB2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EC2 instances</a:t>
          </a:r>
        </a:p>
      </dgm:t>
    </dgm:pt>
    <dgm:pt modelId="{B2AB070D-6125-4C98-8DF9-3B2DBFF731F3}" type="parTrans" cxnId="{902C4C1E-E66E-496F-8764-0D1D27F5ACE2}">
      <dgm:prSet/>
      <dgm:spPr/>
    </dgm:pt>
    <dgm:pt modelId="{DE54246C-72D5-4BAF-8F3B-89D90844860A}" type="sibTrans" cxnId="{902C4C1E-E66E-496F-8764-0D1D27F5ACE2}">
      <dgm:prSet/>
      <dgm:spPr/>
      <dgm:t>
        <a:bodyPr/>
        <a:lstStyle/>
        <a:p>
          <a:endParaRPr lang="it-IT"/>
        </a:p>
      </dgm:t>
    </dgm:pt>
    <dgm:pt modelId="{AE946D32-3EAF-48A0-BC1A-4E6AA33226D0}" type="pres">
      <dgm:prSet presAssocID="{E606D947-AC85-4025-9CA9-5C3D59DFAFFB}" presName="Name0" presStyleCnt="0">
        <dgm:presLayoutVars>
          <dgm:dir/>
          <dgm:resizeHandles val="exact"/>
        </dgm:presLayoutVars>
      </dgm:prSet>
      <dgm:spPr/>
    </dgm:pt>
    <dgm:pt modelId="{7A747F04-4AF4-46A9-9877-C88A1F6EE853}" type="pres">
      <dgm:prSet presAssocID="{384E9E53-4CCE-4A22-8C07-695B5D97AC6E}" presName="parTxOnly" presStyleLbl="node1" presStyleIdx="0" presStyleCnt="5">
        <dgm:presLayoutVars>
          <dgm:bulletEnabled val="1"/>
        </dgm:presLayoutVars>
      </dgm:prSet>
      <dgm:spPr/>
    </dgm:pt>
    <dgm:pt modelId="{3DF88259-DA7F-483F-97BA-D07CE38E9391}" type="pres">
      <dgm:prSet presAssocID="{F3DAB94C-9AAD-4ABB-BE3A-ADF3AACC157E}" presName="parSpace" presStyleCnt="0"/>
      <dgm:spPr/>
    </dgm:pt>
    <dgm:pt modelId="{57675E14-2F8A-4B2C-9609-3B587DB2EEFC}" type="pres">
      <dgm:prSet presAssocID="{5CA2AD1B-B522-44B0-8C3B-E99F31EA31CB}" presName="parTxOnly" presStyleLbl="node1" presStyleIdx="1" presStyleCnt="5">
        <dgm:presLayoutVars>
          <dgm:bulletEnabled val="1"/>
        </dgm:presLayoutVars>
      </dgm:prSet>
      <dgm:spPr/>
    </dgm:pt>
    <dgm:pt modelId="{892F4090-EA21-4AA9-A916-305F7EF1D085}" type="pres">
      <dgm:prSet presAssocID="{4575AA8A-B9A5-478A-ACDF-49B09FFF0B5C}" presName="parSpace" presStyleCnt="0"/>
      <dgm:spPr/>
    </dgm:pt>
    <dgm:pt modelId="{A2F4EB18-7E2A-4381-BD44-4558BADABFA3}" type="pres">
      <dgm:prSet presAssocID="{5BC85793-4B5E-4F8D-A697-15C5D7D2CFE4}" presName="parTxOnly" presStyleLbl="node1" presStyleIdx="2" presStyleCnt="5">
        <dgm:presLayoutVars>
          <dgm:bulletEnabled val="1"/>
        </dgm:presLayoutVars>
      </dgm:prSet>
      <dgm:spPr/>
    </dgm:pt>
    <dgm:pt modelId="{73B5285B-B906-4639-8206-618095F379D1}" type="pres">
      <dgm:prSet presAssocID="{F8E4CE5B-A229-4555-B9E0-0B727A3EDD9B}" presName="parSpace" presStyleCnt="0"/>
      <dgm:spPr/>
    </dgm:pt>
    <dgm:pt modelId="{358CB985-1A37-42E1-BB91-59CB2F231E12}" type="pres">
      <dgm:prSet presAssocID="{C4C6DC80-207D-417F-9572-8D9572D11CB2}" presName="parTxOnly" presStyleLbl="node1" presStyleIdx="3" presStyleCnt="5">
        <dgm:presLayoutVars>
          <dgm:bulletEnabled val="1"/>
        </dgm:presLayoutVars>
      </dgm:prSet>
      <dgm:spPr/>
    </dgm:pt>
    <dgm:pt modelId="{AD01A072-FEAF-4204-AA3A-D089BB5A96BF}" type="pres">
      <dgm:prSet presAssocID="{DE54246C-72D5-4BAF-8F3B-89D90844860A}" presName="parSpace" presStyleCnt="0"/>
      <dgm:spPr/>
    </dgm:pt>
    <dgm:pt modelId="{570005B1-CD8B-44D7-9B45-F7204C9C62D1}" type="pres">
      <dgm:prSet presAssocID="{B1C2202B-D711-4775-A194-4D37872F44C4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D3D58B04-DC96-4101-8B46-2B74183ED92A}" srcId="{E606D947-AC85-4025-9CA9-5C3D59DFAFFB}" destId="{5BC85793-4B5E-4F8D-A697-15C5D7D2CFE4}" srcOrd="2" destOrd="0" parTransId="{17AD46B4-1EDA-4730-BA09-CDF0A808F13D}" sibTransId="{F8E4CE5B-A229-4555-B9E0-0B727A3EDD9B}"/>
    <dgm:cxn modelId="{A0B5B912-B763-4694-9421-F864895F3C0F}" type="presOf" srcId="{5CA2AD1B-B522-44B0-8C3B-E99F31EA31CB}" destId="{57675E14-2F8A-4B2C-9609-3B587DB2EEFC}" srcOrd="0" destOrd="0" presId="urn:microsoft.com/office/officeart/2005/8/layout/hChevron3"/>
    <dgm:cxn modelId="{EA906917-06E9-4A07-8FF3-C4FC67092909}" srcId="{E606D947-AC85-4025-9CA9-5C3D59DFAFFB}" destId="{384E9E53-4CCE-4A22-8C07-695B5D97AC6E}" srcOrd="0" destOrd="0" parTransId="{9B3F84E2-CCB0-44E4-8640-DDBC72784D49}" sibTransId="{F3DAB94C-9AAD-4ABB-BE3A-ADF3AACC157E}"/>
    <dgm:cxn modelId="{902C4C1E-E66E-496F-8764-0D1D27F5ACE2}" srcId="{E606D947-AC85-4025-9CA9-5C3D59DFAFFB}" destId="{C4C6DC80-207D-417F-9572-8D9572D11CB2}" srcOrd="3" destOrd="0" parTransId="{B2AB070D-6125-4C98-8DF9-3B2DBFF731F3}" sibTransId="{DE54246C-72D5-4BAF-8F3B-89D90844860A}"/>
    <dgm:cxn modelId="{90C0E42A-121F-4D98-8B40-4EF438155164}" type="presOf" srcId="{C4C6DC80-207D-417F-9572-8D9572D11CB2}" destId="{358CB985-1A37-42E1-BB91-59CB2F231E12}" srcOrd="0" destOrd="0" presId="urn:microsoft.com/office/officeart/2005/8/layout/hChevron3"/>
    <dgm:cxn modelId="{E1C68E51-D45E-4536-83A4-ECFAAEAAA35C}" type="presOf" srcId="{B1C2202B-D711-4775-A194-4D37872F44C4}" destId="{570005B1-CD8B-44D7-9B45-F7204C9C62D1}" srcOrd="0" destOrd="0" presId="urn:microsoft.com/office/officeart/2005/8/layout/hChevron3"/>
    <dgm:cxn modelId="{8E51787E-8968-44F7-AEF9-EF3E74A1CBC3}" srcId="{E606D947-AC85-4025-9CA9-5C3D59DFAFFB}" destId="{5CA2AD1B-B522-44B0-8C3B-E99F31EA31CB}" srcOrd="1" destOrd="0" parTransId="{7C566130-B9A4-4DD1-B874-4F9C8AAC5B9A}" sibTransId="{4575AA8A-B9A5-478A-ACDF-49B09FFF0B5C}"/>
    <dgm:cxn modelId="{F12FACC3-95AB-4B57-9310-693F7A476F91}" srcId="{E606D947-AC85-4025-9CA9-5C3D59DFAFFB}" destId="{B1C2202B-D711-4775-A194-4D37872F44C4}" srcOrd="4" destOrd="0" parTransId="{961E6394-8F46-4962-A668-A0B6393253A1}" sibTransId="{B5C1B2D6-BCA3-4C9A-9454-AC19D05206E3}"/>
    <dgm:cxn modelId="{7A03E9E1-EF2E-462B-A429-157C50B677BE}" type="presOf" srcId="{5BC85793-4B5E-4F8D-A697-15C5D7D2CFE4}" destId="{A2F4EB18-7E2A-4381-BD44-4558BADABFA3}" srcOrd="0" destOrd="0" presId="urn:microsoft.com/office/officeart/2005/8/layout/hChevron3"/>
    <dgm:cxn modelId="{FCF593E8-9B6B-42B3-9EA7-AB48C1E85AF1}" type="presOf" srcId="{E606D947-AC85-4025-9CA9-5C3D59DFAFFB}" destId="{AE946D32-3EAF-48A0-BC1A-4E6AA33226D0}" srcOrd="0" destOrd="0" presId="urn:microsoft.com/office/officeart/2005/8/layout/hChevron3"/>
    <dgm:cxn modelId="{6E9155F6-8961-410C-A904-AE8E245B9F1F}" type="presOf" srcId="{384E9E53-4CCE-4A22-8C07-695B5D97AC6E}" destId="{7A747F04-4AF4-46A9-9877-C88A1F6EE853}" srcOrd="0" destOrd="0" presId="urn:microsoft.com/office/officeart/2005/8/layout/hChevron3"/>
    <dgm:cxn modelId="{FEBBDDE0-0546-4F9A-83EF-4E48420FEF24}" type="presParOf" srcId="{AE946D32-3EAF-48A0-BC1A-4E6AA33226D0}" destId="{7A747F04-4AF4-46A9-9877-C88A1F6EE853}" srcOrd="0" destOrd="0" presId="urn:microsoft.com/office/officeart/2005/8/layout/hChevron3"/>
    <dgm:cxn modelId="{C3BD7D22-CAC4-49C9-8A63-2E83C5EF8465}" type="presParOf" srcId="{AE946D32-3EAF-48A0-BC1A-4E6AA33226D0}" destId="{3DF88259-DA7F-483F-97BA-D07CE38E9391}" srcOrd="1" destOrd="0" presId="urn:microsoft.com/office/officeart/2005/8/layout/hChevron3"/>
    <dgm:cxn modelId="{3D782079-E472-48E9-8B45-5A8DD0E4C850}" type="presParOf" srcId="{AE946D32-3EAF-48A0-BC1A-4E6AA33226D0}" destId="{57675E14-2F8A-4B2C-9609-3B587DB2EEFC}" srcOrd="2" destOrd="0" presId="urn:microsoft.com/office/officeart/2005/8/layout/hChevron3"/>
    <dgm:cxn modelId="{EFEDF5DB-38D9-40C3-B0BE-654BC5A2F64B}" type="presParOf" srcId="{AE946D32-3EAF-48A0-BC1A-4E6AA33226D0}" destId="{892F4090-EA21-4AA9-A916-305F7EF1D085}" srcOrd="3" destOrd="0" presId="urn:microsoft.com/office/officeart/2005/8/layout/hChevron3"/>
    <dgm:cxn modelId="{8913B224-B54F-4316-A1A5-BBE96ABBDE15}" type="presParOf" srcId="{AE946D32-3EAF-48A0-BC1A-4E6AA33226D0}" destId="{A2F4EB18-7E2A-4381-BD44-4558BADABFA3}" srcOrd="4" destOrd="0" presId="urn:microsoft.com/office/officeart/2005/8/layout/hChevron3"/>
    <dgm:cxn modelId="{7FB956C8-663C-4117-8747-B70E193C26E7}" type="presParOf" srcId="{AE946D32-3EAF-48A0-BC1A-4E6AA33226D0}" destId="{73B5285B-B906-4639-8206-618095F379D1}" srcOrd="5" destOrd="0" presId="urn:microsoft.com/office/officeart/2005/8/layout/hChevron3"/>
    <dgm:cxn modelId="{8A08DEB4-963A-44F5-A633-2693AA2EB7AE}" type="presParOf" srcId="{AE946D32-3EAF-48A0-BC1A-4E6AA33226D0}" destId="{358CB985-1A37-42E1-BB91-59CB2F231E12}" srcOrd="6" destOrd="0" presId="urn:microsoft.com/office/officeart/2005/8/layout/hChevron3"/>
    <dgm:cxn modelId="{C07B63F3-9DCF-46CF-99F4-1A7D23AF833B}" type="presParOf" srcId="{AE946D32-3EAF-48A0-BC1A-4E6AA33226D0}" destId="{AD01A072-FEAF-4204-AA3A-D089BB5A96BF}" srcOrd="7" destOrd="0" presId="urn:microsoft.com/office/officeart/2005/8/layout/hChevron3"/>
    <dgm:cxn modelId="{B0BB8D4F-2A32-4B7B-8EF2-ABD1006550DC}" type="presParOf" srcId="{AE946D32-3EAF-48A0-BC1A-4E6AA33226D0}" destId="{570005B1-CD8B-44D7-9B45-F7204C9C62D1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06D947-AC85-4025-9CA9-5C3D59DFAFFB}" type="doc">
      <dgm:prSet loTypeId="urn:microsoft.com/office/officeart/2005/8/layout/chevron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it-IT"/>
        </a:p>
      </dgm:t>
    </dgm:pt>
    <dgm:pt modelId="{384E9E53-4CCE-4A22-8C07-695B5D97AC6E}">
      <dgm:prSet phldrT="[Testo]" phldr="0"/>
      <dgm:spPr/>
      <dgm:t>
        <a:bodyPr/>
        <a:lstStyle/>
        <a:p>
          <a:pPr rtl="0"/>
          <a:r>
            <a:rPr lang="it-IT" dirty="0">
              <a:latin typeface="Aptos Display" panose="020F0302020204030204"/>
            </a:rPr>
            <a:t>Setup </a:t>
          </a:r>
          <a:r>
            <a:rPr lang="it-IT" dirty="0" err="1">
              <a:latin typeface="Aptos Display" panose="020F0302020204030204"/>
            </a:rPr>
            <a:t>runtime</a:t>
          </a:r>
          <a:r>
            <a:rPr lang="it-IT" dirty="0">
              <a:latin typeface="Aptos Display" panose="020F0302020204030204"/>
            </a:rPr>
            <a:t> </a:t>
          </a:r>
          <a:r>
            <a:rPr lang="it-IT" dirty="0" err="1">
              <a:latin typeface="Aptos Display" panose="020F0302020204030204"/>
            </a:rPr>
            <a:t>environment</a:t>
          </a:r>
          <a:r>
            <a:rPr lang="it-IT" dirty="0">
              <a:latin typeface="Aptos Display" panose="020F0302020204030204"/>
            </a:rPr>
            <a:t> for Python</a:t>
          </a:r>
          <a:endParaRPr lang="it-IT" dirty="0"/>
        </a:p>
      </dgm:t>
    </dgm:pt>
    <dgm:pt modelId="{9B3F84E2-CCB0-44E4-8640-DDBC72784D49}" type="parTrans" cxnId="{EA906917-06E9-4A07-8FF3-C4FC67092909}">
      <dgm:prSet/>
      <dgm:spPr/>
      <dgm:t>
        <a:bodyPr/>
        <a:lstStyle/>
        <a:p>
          <a:endParaRPr lang="it-IT"/>
        </a:p>
      </dgm:t>
    </dgm:pt>
    <dgm:pt modelId="{F3DAB94C-9AAD-4ABB-BE3A-ADF3AACC157E}" type="sibTrans" cxnId="{EA906917-06E9-4A07-8FF3-C4FC67092909}">
      <dgm:prSet/>
      <dgm:spPr/>
      <dgm:t>
        <a:bodyPr/>
        <a:lstStyle/>
        <a:p>
          <a:endParaRPr lang="it-IT"/>
        </a:p>
      </dgm:t>
    </dgm:pt>
    <dgm:pt modelId="{5CA2AD1B-B522-44B0-8C3B-E99F31EA31CB}">
      <dgm:prSet phldrT="[Testo]" phldr="0"/>
      <dgm:spPr/>
      <dgm:t>
        <a:bodyPr/>
        <a:lstStyle/>
        <a:p>
          <a:pPr rtl="0"/>
          <a:r>
            <a:rPr lang="it-IT" dirty="0" err="1">
              <a:latin typeface="Aptos Display" panose="020F0302020204030204"/>
            </a:rPr>
            <a:t>Install</a:t>
          </a:r>
          <a:r>
            <a:rPr lang="it-IT" dirty="0">
              <a:latin typeface="Aptos Display" panose="020F0302020204030204"/>
            </a:rPr>
            <a:t> </a:t>
          </a:r>
          <a:r>
            <a:rPr lang="it-IT" dirty="0" err="1">
              <a:latin typeface="Aptos Display" panose="020F0302020204030204"/>
            </a:rPr>
            <a:t>Pillow</a:t>
          </a:r>
          <a:r>
            <a:rPr lang="it-IT" dirty="0">
              <a:latin typeface="Aptos Display" panose="020F0302020204030204"/>
            </a:rPr>
            <a:t> via </a:t>
          </a:r>
          <a:r>
            <a:rPr lang="it-IT" dirty="0" err="1">
              <a:latin typeface="Aptos Display" panose="020F0302020204030204"/>
            </a:rPr>
            <a:t>pip</a:t>
          </a:r>
          <a:endParaRPr lang="it-IT" dirty="0"/>
        </a:p>
      </dgm:t>
    </dgm:pt>
    <dgm:pt modelId="{7C566130-B9A4-4DD1-B874-4F9C8AAC5B9A}" type="parTrans" cxnId="{8E51787E-8968-44F7-AEF9-EF3E74A1CBC3}">
      <dgm:prSet/>
      <dgm:spPr/>
      <dgm:t>
        <a:bodyPr/>
        <a:lstStyle/>
        <a:p>
          <a:endParaRPr lang="it-IT"/>
        </a:p>
      </dgm:t>
    </dgm:pt>
    <dgm:pt modelId="{4575AA8A-B9A5-478A-ACDF-49B09FFF0B5C}" type="sibTrans" cxnId="{8E51787E-8968-44F7-AEF9-EF3E74A1CBC3}">
      <dgm:prSet/>
      <dgm:spPr/>
      <dgm:t>
        <a:bodyPr/>
        <a:lstStyle/>
        <a:p>
          <a:endParaRPr lang="it-IT"/>
        </a:p>
      </dgm:t>
    </dgm:pt>
    <dgm:pt modelId="{5BC85793-4B5E-4F8D-A697-15C5D7D2CFE4}">
      <dgm:prSet phldrT="[Testo]" phldr="0"/>
      <dgm:spPr/>
      <dgm:t>
        <a:bodyPr/>
        <a:lstStyle/>
        <a:p>
          <a:pPr rtl="0"/>
          <a:r>
            <a:rPr lang="it-IT" dirty="0" err="1">
              <a:latin typeface="Aptos Display" panose="020F0302020204030204"/>
            </a:rPr>
            <a:t>Gathered</a:t>
          </a:r>
          <a:r>
            <a:rPr lang="it-IT" dirty="0">
              <a:latin typeface="Aptos Display" panose="020F0302020204030204"/>
            </a:rPr>
            <a:t> the </a:t>
          </a:r>
          <a:r>
            <a:rPr lang="it-IT" dirty="0" err="1">
              <a:latin typeface="Aptos Display" panose="020F0302020204030204"/>
            </a:rPr>
            <a:t>installation</a:t>
          </a:r>
          <a:r>
            <a:rPr lang="it-IT" dirty="0">
              <a:latin typeface="Aptos Display" panose="020F0302020204030204"/>
            </a:rPr>
            <a:t> inside a zip</a:t>
          </a:r>
          <a:endParaRPr lang="it-IT" dirty="0"/>
        </a:p>
      </dgm:t>
    </dgm:pt>
    <dgm:pt modelId="{17AD46B4-1EDA-4730-BA09-CDF0A808F13D}" type="parTrans" cxnId="{D3D58B04-DC96-4101-8B46-2B74183ED92A}">
      <dgm:prSet/>
      <dgm:spPr/>
      <dgm:t>
        <a:bodyPr/>
        <a:lstStyle/>
        <a:p>
          <a:endParaRPr lang="it-IT"/>
        </a:p>
      </dgm:t>
    </dgm:pt>
    <dgm:pt modelId="{F8E4CE5B-A229-4555-B9E0-0B727A3EDD9B}" type="sibTrans" cxnId="{D3D58B04-DC96-4101-8B46-2B74183ED92A}">
      <dgm:prSet/>
      <dgm:spPr/>
      <dgm:t>
        <a:bodyPr/>
        <a:lstStyle/>
        <a:p>
          <a:endParaRPr lang="it-IT"/>
        </a:p>
      </dgm:t>
    </dgm:pt>
    <dgm:pt modelId="{B1C2202B-D711-4775-A194-4D37872F44C4}">
      <dgm:prSet phldrT="[Testo]" phldr="0"/>
      <dgm:spPr/>
      <dgm:t>
        <a:bodyPr/>
        <a:lstStyle/>
        <a:p>
          <a:pPr rtl="0"/>
          <a:r>
            <a:rPr lang="it-IT" dirty="0" err="1">
              <a:latin typeface="Aptos Display" panose="020F0302020204030204"/>
            </a:rPr>
            <a:t>Loaded</a:t>
          </a:r>
          <a:r>
            <a:rPr lang="it-IT" dirty="0">
              <a:latin typeface="Aptos Display" panose="020F0302020204030204"/>
            </a:rPr>
            <a:t> the zip on an s3 bucket</a:t>
          </a:r>
          <a:endParaRPr lang="it-IT" dirty="0"/>
        </a:p>
      </dgm:t>
    </dgm:pt>
    <dgm:pt modelId="{961E6394-8F46-4962-A668-A0B6393253A1}" type="parTrans" cxnId="{F12FACC3-95AB-4B57-9310-693F7A476F91}">
      <dgm:prSet/>
      <dgm:spPr/>
      <dgm:t>
        <a:bodyPr/>
        <a:lstStyle/>
        <a:p>
          <a:endParaRPr lang="it-IT"/>
        </a:p>
      </dgm:t>
    </dgm:pt>
    <dgm:pt modelId="{B5C1B2D6-BCA3-4C9A-9454-AC19D05206E3}" type="sibTrans" cxnId="{F12FACC3-95AB-4B57-9310-693F7A476F91}">
      <dgm:prSet/>
      <dgm:spPr/>
      <dgm:t>
        <a:bodyPr/>
        <a:lstStyle/>
        <a:p>
          <a:endParaRPr lang="it-IT"/>
        </a:p>
      </dgm:t>
    </dgm:pt>
    <dgm:pt modelId="{8A9B34D9-1CE3-4133-A15E-0359EC425B41}">
      <dgm:prSet phldr="0"/>
      <dgm:spPr/>
      <dgm:t>
        <a:bodyPr/>
        <a:lstStyle/>
        <a:p>
          <a:pPr rtl="0"/>
          <a:r>
            <a:rPr lang="it-IT" dirty="0" err="1">
              <a:latin typeface="Aptos Display" panose="020F0302020204030204"/>
            </a:rPr>
            <a:t>Built</a:t>
          </a:r>
          <a:r>
            <a:rPr lang="it-IT" dirty="0">
              <a:latin typeface="Aptos Display" panose="020F0302020204030204"/>
            </a:rPr>
            <a:t> a lambda </a:t>
          </a:r>
          <a:r>
            <a:rPr lang="it-IT" dirty="0" err="1">
              <a:latin typeface="Aptos Display" panose="020F0302020204030204"/>
            </a:rPr>
            <a:t>layer</a:t>
          </a:r>
          <a:r>
            <a:rPr lang="it-IT" dirty="0">
              <a:latin typeface="Aptos Display" panose="020F0302020204030204"/>
            </a:rPr>
            <a:t> from </a:t>
          </a:r>
          <a:r>
            <a:rPr lang="it-IT" dirty="0" err="1">
              <a:latin typeface="Aptos Display" panose="020F0302020204030204"/>
            </a:rPr>
            <a:t>that</a:t>
          </a:r>
          <a:r>
            <a:rPr lang="it-IT" dirty="0">
              <a:latin typeface="Aptos Display" panose="020F0302020204030204"/>
            </a:rPr>
            <a:t> bucket</a:t>
          </a:r>
        </a:p>
      </dgm:t>
    </dgm:pt>
    <dgm:pt modelId="{B5A8946A-82DC-40AE-B491-448ED9D6EA65}" type="parTrans" cxnId="{026AF3CA-F783-4842-9573-5334A06FFE5E}">
      <dgm:prSet/>
      <dgm:spPr/>
    </dgm:pt>
    <dgm:pt modelId="{66159937-CD8C-4CC4-B81D-0FDB9606D610}" type="sibTrans" cxnId="{026AF3CA-F783-4842-9573-5334A06FFE5E}">
      <dgm:prSet/>
      <dgm:spPr/>
    </dgm:pt>
    <dgm:pt modelId="{974416D0-8F8F-4457-99C6-9733FA613D1A}" type="pres">
      <dgm:prSet presAssocID="{E606D947-AC85-4025-9CA9-5C3D59DFAFFB}" presName="Name0" presStyleCnt="0">
        <dgm:presLayoutVars>
          <dgm:dir/>
          <dgm:animLvl val="lvl"/>
          <dgm:resizeHandles val="exact"/>
        </dgm:presLayoutVars>
      </dgm:prSet>
      <dgm:spPr/>
    </dgm:pt>
    <dgm:pt modelId="{FDE394F3-E04B-4289-A662-312218FF3ED8}" type="pres">
      <dgm:prSet presAssocID="{384E9E53-4CCE-4A22-8C07-695B5D97AC6E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3F5E331-B329-4C45-887B-BD088516A387}" type="pres">
      <dgm:prSet presAssocID="{F3DAB94C-9AAD-4ABB-BE3A-ADF3AACC157E}" presName="parTxOnlySpace" presStyleCnt="0"/>
      <dgm:spPr/>
    </dgm:pt>
    <dgm:pt modelId="{CBC975ED-A01B-4389-893C-18D6D25168B6}" type="pres">
      <dgm:prSet presAssocID="{5CA2AD1B-B522-44B0-8C3B-E99F31EA31C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EC5C847-1E15-43DF-90EA-655EC96ABC7B}" type="pres">
      <dgm:prSet presAssocID="{4575AA8A-B9A5-478A-ACDF-49B09FFF0B5C}" presName="parTxOnlySpace" presStyleCnt="0"/>
      <dgm:spPr/>
    </dgm:pt>
    <dgm:pt modelId="{59280501-FE08-4051-946E-6742625A80CE}" type="pres">
      <dgm:prSet presAssocID="{5BC85793-4B5E-4F8D-A697-15C5D7D2CFE4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E20D7E6-41A1-45DC-8D7C-A01A3485C613}" type="pres">
      <dgm:prSet presAssocID="{F8E4CE5B-A229-4555-B9E0-0B727A3EDD9B}" presName="parTxOnlySpace" presStyleCnt="0"/>
      <dgm:spPr/>
    </dgm:pt>
    <dgm:pt modelId="{DFCA9F94-264B-461B-9A8B-B55C515C6B30}" type="pres">
      <dgm:prSet presAssocID="{B1C2202B-D711-4775-A194-4D37872F44C4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D1B742E-2DAD-44B9-BBA4-72BC8B4DC422}" type="pres">
      <dgm:prSet presAssocID="{B5C1B2D6-BCA3-4C9A-9454-AC19D05206E3}" presName="parTxOnlySpace" presStyleCnt="0"/>
      <dgm:spPr/>
    </dgm:pt>
    <dgm:pt modelId="{164C1B37-08DA-4438-8A65-D2B7588B5F76}" type="pres">
      <dgm:prSet presAssocID="{8A9B34D9-1CE3-4133-A15E-0359EC425B41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3D58B04-DC96-4101-8B46-2B74183ED92A}" srcId="{E606D947-AC85-4025-9CA9-5C3D59DFAFFB}" destId="{5BC85793-4B5E-4F8D-A697-15C5D7D2CFE4}" srcOrd="2" destOrd="0" parTransId="{17AD46B4-1EDA-4730-BA09-CDF0A808F13D}" sibTransId="{F8E4CE5B-A229-4555-B9E0-0B727A3EDD9B}"/>
    <dgm:cxn modelId="{EA906917-06E9-4A07-8FF3-C4FC67092909}" srcId="{E606D947-AC85-4025-9CA9-5C3D59DFAFFB}" destId="{384E9E53-4CCE-4A22-8C07-695B5D97AC6E}" srcOrd="0" destOrd="0" parTransId="{9B3F84E2-CCB0-44E4-8640-DDBC72784D49}" sibTransId="{F3DAB94C-9AAD-4ABB-BE3A-ADF3AACC157E}"/>
    <dgm:cxn modelId="{A78D5C32-5A47-4D35-AD17-CC7E90FF8269}" type="presOf" srcId="{5CA2AD1B-B522-44B0-8C3B-E99F31EA31CB}" destId="{CBC975ED-A01B-4389-893C-18D6D25168B6}" srcOrd="0" destOrd="0" presId="urn:microsoft.com/office/officeart/2005/8/layout/chevron1"/>
    <dgm:cxn modelId="{30B5CC32-DC5F-433F-85A7-0265EE65CB4F}" type="presOf" srcId="{E606D947-AC85-4025-9CA9-5C3D59DFAFFB}" destId="{974416D0-8F8F-4457-99C6-9733FA613D1A}" srcOrd="0" destOrd="0" presId="urn:microsoft.com/office/officeart/2005/8/layout/chevron1"/>
    <dgm:cxn modelId="{3DEAC33F-38A9-4D9E-8E97-DD5C65136C5F}" type="presOf" srcId="{5BC85793-4B5E-4F8D-A697-15C5D7D2CFE4}" destId="{59280501-FE08-4051-946E-6742625A80CE}" srcOrd="0" destOrd="0" presId="urn:microsoft.com/office/officeart/2005/8/layout/chevron1"/>
    <dgm:cxn modelId="{E91AAD4E-C013-469E-8359-7B7EDDDF41B1}" type="presOf" srcId="{384E9E53-4CCE-4A22-8C07-695B5D97AC6E}" destId="{FDE394F3-E04B-4289-A662-312218FF3ED8}" srcOrd="0" destOrd="0" presId="urn:microsoft.com/office/officeart/2005/8/layout/chevron1"/>
    <dgm:cxn modelId="{8E51787E-8968-44F7-AEF9-EF3E74A1CBC3}" srcId="{E606D947-AC85-4025-9CA9-5C3D59DFAFFB}" destId="{5CA2AD1B-B522-44B0-8C3B-E99F31EA31CB}" srcOrd="1" destOrd="0" parTransId="{7C566130-B9A4-4DD1-B874-4F9C8AAC5B9A}" sibTransId="{4575AA8A-B9A5-478A-ACDF-49B09FFF0B5C}"/>
    <dgm:cxn modelId="{1BD6BDB8-DF4F-4744-88D7-CB1FDDA8177B}" type="presOf" srcId="{8A9B34D9-1CE3-4133-A15E-0359EC425B41}" destId="{164C1B37-08DA-4438-8A65-D2B7588B5F76}" srcOrd="0" destOrd="0" presId="urn:microsoft.com/office/officeart/2005/8/layout/chevron1"/>
    <dgm:cxn modelId="{5F2F23BA-255C-42CE-9E7E-B1AABEA60B4F}" type="presOf" srcId="{B1C2202B-D711-4775-A194-4D37872F44C4}" destId="{DFCA9F94-264B-461B-9A8B-B55C515C6B30}" srcOrd="0" destOrd="0" presId="urn:microsoft.com/office/officeart/2005/8/layout/chevron1"/>
    <dgm:cxn modelId="{F12FACC3-95AB-4B57-9310-693F7A476F91}" srcId="{E606D947-AC85-4025-9CA9-5C3D59DFAFFB}" destId="{B1C2202B-D711-4775-A194-4D37872F44C4}" srcOrd="3" destOrd="0" parTransId="{961E6394-8F46-4962-A668-A0B6393253A1}" sibTransId="{B5C1B2D6-BCA3-4C9A-9454-AC19D05206E3}"/>
    <dgm:cxn modelId="{026AF3CA-F783-4842-9573-5334A06FFE5E}" srcId="{E606D947-AC85-4025-9CA9-5C3D59DFAFFB}" destId="{8A9B34D9-1CE3-4133-A15E-0359EC425B41}" srcOrd="4" destOrd="0" parTransId="{B5A8946A-82DC-40AE-B491-448ED9D6EA65}" sibTransId="{66159937-CD8C-4CC4-B81D-0FDB9606D610}"/>
    <dgm:cxn modelId="{3BA60389-4135-4312-9F0C-9781F6CB3693}" type="presParOf" srcId="{974416D0-8F8F-4457-99C6-9733FA613D1A}" destId="{FDE394F3-E04B-4289-A662-312218FF3ED8}" srcOrd="0" destOrd="0" presId="urn:microsoft.com/office/officeart/2005/8/layout/chevron1"/>
    <dgm:cxn modelId="{56F97510-6834-451B-AB3D-2C267126BAEB}" type="presParOf" srcId="{974416D0-8F8F-4457-99C6-9733FA613D1A}" destId="{A3F5E331-B329-4C45-887B-BD088516A387}" srcOrd="1" destOrd="0" presId="urn:microsoft.com/office/officeart/2005/8/layout/chevron1"/>
    <dgm:cxn modelId="{6A201199-E9B5-41FF-A43E-F28D18A96EF0}" type="presParOf" srcId="{974416D0-8F8F-4457-99C6-9733FA613D1A}" destId="{CBC975ED-A01B-4389-893C-18D6D25168B6}" srcOrd="2" destOrd="0" presId="urn:microsoft.com/office/officeart/2005/8/layout/chevron1"/>
    <dgm:cxn modelId="{BAA2FF0F-413D-4099-8015-3D1F87E06C53}" type="presParOf" srcId="{974416D0-8F8F-4457-99C6-9733FA613D1A}" destId="{7EC5C847-1E15-43DF-90EA-655EC96ABC7B}" srcOrd="3" destOrd="0" presId="urn:microsoft.com/office/officeart/2005/8/layout/chevron1"/>
    <dgm:cxn modelId="{B5BF99D5-8984-4758-96EB-90D37E2E3CD7}" type="presParOf" srcId="{974416D0-8F8F-4457-99C6-9733FA613D1A}" destId="{59280501-FE08-4051-946E-6742625A80CE}" srcOrd="4" destOrd="0" presId="urn:microsoft.com/office/officeart/2005/8/layout/chevron1"/>
    <dgm:cxn modelId="{E1EBD8CB-9061-4BA3-8B6D-57C27B76DA0C}" type="presParOf" srcId="{974416D0-8F8F-4457-99C6-9733FA613D1A}" destId="{BE20D7E6-41A1-45DC-8D7C-A01A3485C613}" srcOrd="5" destOrd="0" presId="urn:microsoft.com/office/officeart/2005/8/layout/chevron1"/>
    <dgm:cxn modelId="{93802CB2-DD6F-492B-A9AA-8D6BBFC7C9C7}" type="presParOf" srcId="{974416D0-8F8F-4457-99C6-9733FA613D1A}" destId="{DFCA9F94-264B-461B-9A8B-B55C515C6B30}" srcOrd="6" destOrd="0" presId="urn:microsoft.com/office/officeart/2005/8/layout/chevron1"/>
    <dgm:cxn modelId="{E3F9802D-8951-4F46-AA30-96393F6134A5}" type="presParOf" srcId="{974416D0-8F8F-4457-99C6-9733FA613D1A}" destId="{8D1B742E-2DAD-44B9-BBA4-72BC8B4DC422}" srcOrd="7" destOrd="0" presId="urn:microsoft.com/office/officeart/2005/8/layout/chevron1"/>
    <dgm:cxn modelId="{041645FA-B5CD-4A1B-9EC7-70A3BC4B1081}" type="presParOf" srcId="{974416D0-8F8F-4457-99C6-9733FA613D1A}" destId="{164C1B37-08DA-4438-8A65-D2B7588B5F76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606D947-AC85-4025-9CA9-5C3D59DFAFFB}" type="doc">
      <dgm:prSet loTypeId="urn:microsoft.com/office/officeart/2005/8/layout/chevron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it-IT"/>
        </a:p>
      </dgm:t>
    </dgm:pt>
    <dgm:pt modelId="{384E9E53-4CCE-4A22-8C07-695B5D97AC6E}">
      <dgm:prSet phldrT="[Testo]" phldr="0"/>
      <dgm:spPr/>
      <dgm:t>
        <a:bodyPr/>
        <a:lstStyle/>
        <a:p>
          <a:pPr rtl="0"/>
          <a:r>
            <a:rPr lang="it-IT" dirty="0" err="1">
              <a:latin typeface="Aptos Display" panose="020F0302020204030204"/>
            </a:rPr>
            <a:t>Created</a:t>
          </a:r>
          <a:r>
            <a:rPr lang="it-IT" dirty="0">
              <a:latin typeface="Aptos Display" panose="020F0302020204030204"/>
            </a:rPr>
            <a:t> REST API</a:t>
          </a:r>
          <a:endParaRPr lang="it-IT" dirty="0"/>
        </a:p>
      </dgm:t>
    </dgm:pt>
    <dgm:pt modelId="{9B3F84E2-CCB0-44E4-8640-DDBC72784D49}" type="parTrans" cxnId="{EA906917-06E9-4A07-8FF3-C4FC67092909}">
      <dgm:prSet/>
      <dgm:spPr/>
      <dgm:t>
        <a:bodyPr/>
        <a:lstStyle/>
        <a:p>
          <a:endParaRPr lang="it-IT"/>
        </a:p>
      </dgm:t>
    </dgm:pt>
    <dgm:pt modelId="{F3DAB94C-9AAD-4ABB-BE3A-ADF3AACC157E}" type="sibTrans" cxnId="{EA906917-06E9-4A07-8FF3-C4FC67092909}">
      <dgm:prSet/>
      <dgm:spPr/>
      <dgm:t>
        <a:bodyPr/>
        <a:lstStyle/>
        <a:p>
          <a:endParaRPr lang="it-IT"/>
        </a:p>
      </dgm:t>
    </dgm:pt>
    <dgm:pt modelId="{5CA2AD1B-B522-44B0-8C3B-E99F31EA31CB}">
      <dgm:prSet phldrT="[Testo]" phldr="0"/>
      <dgm:spPr/>
      <dgm:t>
        <a:bodyPr/>
        <a:lstStyle/>
        <a:p>
          <a:pPr rtl="0"/>
          <a:r>
            <a:rPr lang="it-IT" dirty="0" err="1">
              <a:latin typeface="Aptos Display" panose="020F0302020204030204"/>
            </a:rPr>
            <a:t>Choose</a:t>
          </a:r>
          <a:r>
            <a:rPr lang="it-IT" dirty="0">
              <a:latin typeface="Aptos Display" panose="020F0302020204030204"/>
            </a:rPr>
            <a:t> POST </a:t>
          </a:r>
          <a:r>
            <a:rPr lang="it-IT" dirty="0" err="1">
              <a:latin typeface="Aptos Display" panose="020F0302020204030204"/>
            </a:rPr>
            <a:t>method</a:t>
          </a:r>
          <a:r>
            <a:rPr lang="it-IT" dirty="0">
              <a:latin typeface="Aptos Display" panose="020F0302020204030204"/>
            </a:rPr>
            <a:t> </a:t>
          </a:r>
          <a:r>
            <a:rPr lang="it-IT" dirty="0" err="1">
              <a:latin typeface="Aptos Display" panose="020F0302020204030204"/>
            </a:rPr>
            <a:t>using</a:t>
          </a:r>
          <a:r>
            <a:rPr lang="it-IT" dirty="0">
              <a:latin typeface="Aptos Display" panose="020F0302020204030204"/>
            </a:rPr>
            <a:t> the lambda</a:t>
          </a:r>
          <a:endParaRPr lang="it-IT" dirty="0"/>
        </a:p>
      </dgm:t>
    </dgm:pt>
    <dgm:pt modelId="{7C566130-B9A4-4DD1-B874-4F9C8AAC5B9A}" type="parTrans" cxnId="{8E51787E-8968-44F7-AEF9-EF3E74A1CBC3}">
      <dgm:prSet/>
      <dgm:spPr/>
      <dgm:t>
        <a:bodyPr/>
        <a:lstStyle/>
        <a:p>
          <a:endParaRPr lang="it-IT"/>
        </a:p>
      </dgm:t>
    </dgm:pt>
    <dgm:pt modelId="{4575AA8A-B9A5-478A-ACDF-49B09FFF0B5C}" type="sibTrans" cxnId="{8E51787E-8968-44F7-AEF9-EF3E74A1CBC3}">
      <dgm:prSet/>
      <dgm:spPr/>
      <dgm:t>
        <a:bodyPr/>
        <a:lstStyle/>
        <a:p>
          <a:endParaRPr lang="it-IT"/>
        </a:p>
      </dgm:t>
    </dgm:pt>
    <dgm:pt modelId="{8A9B34D9-1CE3-4133-A15E-0359EC425B41}">
      <dgm:prSet phldr="0"/>
      <dgm:spPr/>
      <dgm:t>
        <a:bodyPr/>
        <a:lstStyle/>
        <a:p>
          <a:pPr rtl="0"/>
          <a:r>
            <a:rPr lang="it-IT" dirty="0" err="1">
              <a:latin typeface="Aptos Display" panose="020F0302020204030204"/>
            </a:rPr>
            <a:t>Modified</a:t>
          </a:r>
          <a:r>
            <a:rPr lang="it-IT" dirty="0">
              <a:latin typeface="Aptos Display" panose="020F0302020204030204"/>
            </a:rPr>
            <a:t> API settings to support multimedia content</a:t>
          </a:r>
          <a:endParaRPr lang="it-IT" dirty="0"/>
        </a:p>
      </dgm:t>
    </dgm:pt>
    <dgm:pt modelId="{B5A8946A-82DC-40AE-B491-448ED9D6EA65}" type="parTrans" cxnId="{026AF3CA-F783-4842-9573-5334A06FFE5E}">
      <dgm:prSet/>
      <dgm:spPr/>
    </dgm:pt>
    <dgm:pt modelId="{66159937-CD8C-4CC4-B81D-0FDB9606D610}" type="sibTrans" cxnId="{026AF3CA-F783-4842-9573-5334A06FFE5E}">
      <dgm:prSet/>
      <dgm:spPr/>
    </dgm:pt>
    <dgm:pt modelId="{FFF29BAF-8AC1-4F2D-B1EC-11F068CF7D82}">
      <dgm:prSet phldr="0"/>
      <dgm:spPr/>
      <dgm:t>
        <a:bodyPr/>
        <a:lstStyle/>
        <a:p>
          <a:pPr rtl="0"/>
          <a:r>
            <a:rPr lang="it-IT" dirty="0" err="1">
              <a:latin typeface="Aptos Display" panose="020F0302020204030204"/>
            </a:rPr>
            <a:t>Gathered</a:t>
          </a:r>
          <a:r>
            <a:rPr lang="it-IT" dirty="0">
              <a:latin typeface="Aptos Display" panose="020F0302020204030204"/>
            </a:rPr>
            <a:t> the URL for invocation (during tests)</a:t>
          </a:r>
        </a:p>
      </dgm:t>
    </dgm:pt>
    <dgm:pt modelId="{809C3CE7-DD5A-4306-BBAE-F6D397459909}" type="parTrans" cxnId="{2923D30F-6D07-4433-AA85-A59DA78C7608}">
      <dgm:prSet/>
      <dgm:spPr/>
    </dgm:pt>
    <dgm:pt modelId="{89CE212D-632D-4F7F-A1CC-2262FADB3CCC}" type="sibTrans" cxnId="{2923D30F-6D07-4433-AA85-A59DA78C7608}">
      <dgm:prSet/>
      <dgm:spPr/>
    </dgm:pt>
    <dgm:pt modelId="{974416D0-8F8F-4457-99C6-9733FA613D1A}" type="pres">
      <dgm:prSet presAssocID="{E606D947-AC85-4025-9CA9-5C3D59DFAFFB}" presName="Name0" presStyleCnt="0">
        <dgm:presLayoutVars>
          <dgm:dir/>
          <dgm:animLvl val="lvl"/>
          <dgm:resizeHandles val="exact"/>
        </dgm:presLayoutVars>
      </dgm:prSet>
      <dgm:spPr/>
    </dgm:pt>
    <dgm:pt modelId="{FDE394F3-E04B-4289-A662-312218FF3ED8}" type="pres">
      <dgm:prSet presAssocID="{384E9E53-4CCE-4A22-8C07-695B5D97AC6E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3F5E331-B329-4C45-887B-BD088516A387}" type="pres">
      <dgm:prSet presAssocID="{F3DAB94C-9AAD-4ABB-BE3A-ADF3AACC157E}" presName="parTxOnlySpace" presStyleCnt="0"/>
      <dgm:spPr/>
    </dgm:pt>
    <dgm:pt modelId="{CBC975ED-A01B-4389-893C-18D6D25168B6}" type="pres">
      <dgm:prSet presAssocID="{5CA2AD1B-B522-44B0-8C3B-E99F31EA31CB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C5C847-1E15-43DF-90EA-655EC96ABC7B}" type="pres">
      <dgm:prSet presAssocID="{4575AA8A-B9A5-478A-ACDF-49B09FFF0B5C}" presName="parTxOnlySpace" presStyleCnt="0"/>
      <dgm:spPr/>
    </dgm:pt>
    <dgm:pt modelId="{164C1B37-08DA-4438-8A65-D2B7588B5F76}" type="pres">
      <dgm:prSet presAssocID="{8A9B34D9-1CE3-4133-A15E-0359EC425B41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CA6BE7B-F574-4B4A-B978-AE68F2755908}" type="pres">
      <dgm:prSet presAssocID="{66159937-CD8C-4CC4-B81D-0FDB9606D610}" presName="parTxOnlySpace" presStyleCnt="0"/>
      <dgm:spPr/>
    </dgm:pt>
    <dgm:pt modelId="{BFDDD781-5C3D-44D3-BA6F-0480B6D0AE11}" type="pres">
      <dgm:prSet presAssocID="{FFF29BAF-8AC1-4F2D-B1EC-11F068CF7D8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923D30F-6D07-4433-AA85-A59DA78C7608}" srcId="{E606D947-AC85-4025-9CA9-5C3D59DFAFFB}" destId="{FFF29BAF-8AC1-4F2D-B1EC-11F068CF7D82}" srcOrd="3" destOrd="0" parTransId="{809C3CE7-DD5A-4306-BBAE-F6D397459909}" sibTransId="{89CE212D-632D-4F7F-A1CC-2262FADB3CCC}"/>
    <dgm:cxn modelId="{EA906917-06E9-4A07-8FF3-C4FC67092909}" srcId="{E606D947-AC85-4025-9CA9-5C3D59DFAFFB}" destId="{384E9E53-4CCE-4A22-8C07-695B5D97AC6E}" srcOrd="0" destOrd="0" parTransId="{9B3F84E2-CCB0-44E4-8640-DDBC72784D49}" sibTransId="{F3DAB94C-9AAD-4ABB-BE3A-ADF3AACC157E}"/>
    <dgm:cxn modelId="{30B5CC32-DC5F-433F-85A7-0265EE65CB4F}" type="presOf" srcId="{E606D947-AC85-4025-9CA9-5C3D59DFAFFB}" destId="{974416D0-8F8F-4457-99C6-9733FA613D1A}" srcOrd="0" destOrd="0" presId="urn:microsoft.com/office/officeart/2005/8/layout/chevron1"/>
    <dgm:cxn modelId="{8E51787E-8968-44F7-AEF9-EF3E74A1CBC3}" srcId="{E606D947-AC85-4025-9CA9-5C3D59DFAFFB}" destId="{5CA2AD1B-B522-44B0-8C3B-E99F31EA31CB}" srcOrd="1" destOrd="0" parTransId="{7C566130-B9A4-4DD1-B874-4F9C8AAC5B9A}" sibTransId="{4575AA8A-B9A5-478A-ACDF-49B09FFF0B5C}"/>
    <dgm:cxn modelId="{58DCF89E-52E4-44C8-B10C-0B7442486AEC}" type="presOf" srcId="{8A9B34D9-1CE3-4133-A15E-0359EC425B41}" destId="{164C1B37-08DA-4438-8A65-D2B7588B5F76}" srcOrd="0" destOrd="0" presId="urn:microsoft.com/office/officeart/2005/8/layout/chevron1"/>
    <dgm:cxn modelId="{29AC28BE-E6A0-4222-98D6-F2967584F2B2}" type="presOf" srcId="{384E9E53-4CCE-4A22-8C07-695B5D97AC6E}" destId="{FDE394F3-E04B-4289-A662-312218FF3ED8}" srcOrd="0" destOrd="0" presId="urn:microsoft.com/office/officeart/2005/8/layout/chevron1"/>
    <dgm:cxn modelId="{026AF3CA-F783-4842-9573-5334A06FFE5E}" srcId="{E606D947-AC85-4025-9CA9-5C3D59DFAFFB}" destId="{8A9B34D9-1CE3-4133-A15E-0359EC425B41}" srcOrd="2" destOrd="0" parTransId="{B5A8946A-82DC-40AE-B491-448ED9D6EA65}" sibTransId="{66159937-CD8C-4CC4-B81D-0FDB9606D610}"/>
    <dgm:cxn modelId="{D4AE72D4-6C9F-4FEC-B8FD-A6DFE50D77F9}" type="presOf" srcId="{FFF29BAF-8AC1-4F2D-B1EC-11F068CF7D82}" destId="{BFDDD781-5C3D-44D3-BA6F-0480B6D0AE11}" srcOrd="0" destOrd="0" presId="urn:microsoft.com/office/officeart/2005/8/layout/chevron1"/>
    <dgm:cxn modelId="{41B448F2-DD4B-4FD3-8318-8475163BC5D3}" type="presOf" srcId="{5CA2AD1B-B522-44B0-8C3B-E99F31EA31CB}" destId="{CBC975ED-A01B-4389-893C-18D6D25168B6}" srcOrd="0" destOrd="0" presId="urn:microsoft.com/office/officeart/2005/8/layout/chevron1"/>
    <dgm:cxn modelId="{C5E21D2B-6898-4075-BAB2-330D9DA04DAF}" type="presParOf" srcId="{974416D0-8F8F-4457-99C6-9733FA613D1A}" destId="{FDE394F3-E04B-4289-A662-312218FF3ED8}" srcOrd="0" destOrd="0" presId="urn:microsoft.com/office/officeart/2005/8/layout/chevron1"/>
    <dgm:cxn modelId="{8740FED5-81F6-4F3E-9D65-D00C7890F1DE}" type="presParOf" srcId="{974416D0-8F8F-4457-99C6-9733FA613D1A}" destId="{A3F5E331-B329-4C45-887B-BD088516A387}" srcOrd="1" destOrd="0" presId="urn:microsoft.com/office/officeart/2005/8/layout/chevron1"/>
    <dgm:cxn modelId="{6F741711-833A-4CBF-9029-EFA53705A458}" type="presParOf" srcId="{974416D0-8F8F-4457-99C6-9733FA613D1A}" destId="{CBC975ED-A01B-4389-893C-18D6D25168B6}" srcOrd="2" destOrd="0" presId="urn:microsoft.com/office/officeart/2005/8/layout/chevron1"/>
    <dgm:cxn modelId="{B74D24C1-1E3B-4498-87C7-04DFA887E105}" type="presParOf" srcId="{974416D0-8F8F-4457-99C6-9733FA613D1A}" destId="{7EC5C847-1E15-43DF-90EA-655EC96ABC7B}" srcOrd="3" destOrd="0" presId="urn:microsoft.com/office/officeart/2005/8/layout/chevron1"/>
    <dgm:cxn modelId="{11057103-731D-4DDB-98CF-1A00FB9F3AC9}" type="presParOf" srcId="{974416D0-8F8F-4457-99C6-9733FA613D1A}" destId="{164C1B37-08DA-4438-8A65-D2B7588B5F76}" srcOrd="4" destOrd="0" presId="urn:microsoft.com/office/officeart/2005/8/layout/chevron1"/>
    <dgm:cxn modelId="{7BF09FFB-0DC0-47DB-8DA3-CFF8DE5AFCCC}" type="presParOf" srcId="{974416D0-8F8F-4457-99C6-9733FA613D1A}" destId="{CCA6BE7B-F574-4B4A-B978-AE68F2755908}" srcOrd="5" destOrd="0" presId="urn:microsoft.com/office/officeart/2005/8/layout/chevron1"/>
    <dgm:cxn modelId="{2C4FA79C-0420-4A90-8BD9-71BC2FE19BBB}" type="presParOf" srcId="{974416D0-8F8F-4457-99C6-9733FA613D1A}" destId="{BFDDD781-5C3D-44D3-BA6F-0480B6D0AE11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06D947-AC85-4025-9CA9-5C3D59DFAFFB}" type="doc">
      <dgm:prSet loTypeId="urn:microsoft.com/office/officeart/2005/8/layout/hChevron3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it-IT"/>
        </a:p>
      </dgm:t>
    </dgm:pt>
    <dgm:pt modelId="{384E9E53-4CCE-4A22-8C07-695B5D97AC6E}">
      <dgm:prSet phldrT="[Testo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Setup two EC2 instance with different types</a:t>
          </a:r>
          <a:endParaRPr lang="en-US" dirty="0"/>
        </a:p>
      </dgm:t>
    </dgm:pt>
    <dgm:pt modelId="{9B3F84E2-CCB0-44E4-8640-DDBC72784D49}" type="parTrans" cxnId="{EA906917-06E9-4A07-8FF3-C4FC67092909}">
      <dgm:prSet/>
      <dgm:spPr/>
      <dgm:t>
        <a:bodyPr/>
        <a:lstStyle/>
        <a:p>
          <a:endParaRPr lang="it-IT"/>
        </a:p>
      </dgm:t>
    </dgm:pt>
    <dgm:pt modelId="{F3DAB94C-9AAD-4ABB-BE3A-ADF3AACC157E}" type="sibTrans" cxnId="{EA906917-06E9-4A07-8FF3-C4FC67092909}">
      <dgm:prSet/>
      <dgm:spPr/>
      <dgm:t>
        <a:bodyPr/>
        <a:lstStyle/>
        <a:p>
          <a:endParaRPr lang="it-IT"/>
        </a:p>
      </dgm:t>
    </dgm:pt>
    <dgm:pt modelId="{B1C2202B-D711-4775-A194-4D37872F44C4}">
      <dgm:prSet phldrT="[Testo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Install Apache Jmeter on both instances</a:t>
          </a:r>
          <a:endParaRPr lang="en-US" dirty="0"/>
        </a:p>
      </dgm:t>
    </dgm:pt>
    <dgm:pt modelId="{961E6394-8F46-4962-A668-A0B6393253A1}" type="parTrans" cxnId="{F12FACC3-95AB-4B57-9310-693F7A476F91}">
      <dgm:prSet/>
      <dgm:spPr/>
      <dgm:t>
        <a:bodyPr/>
        <a:lstStyle/>
        <a:p>
          <a:endParaRPr lang="it-IT"/>
        </a:p>
      </dgm:t>
    </dgm:pt>
    <dgm:pt modelId="{B5C1B2D6-BCA3-4C9A-9454-AC19D05206E3}" type="sibTrans" cxnId="{F12FACC3-95AB-4B57-9310-693F7A476F91}">
      <dgm:prSet/>
      <dgm:spPr/>
      <dgm:t>
        <a:bodyPr/>
        <a:lstStyle/>
        <a:p>
          <a:endParaRPr lang="it-IT"/>
        </a:p>
      </dgm:t>
    </dgm:pt>
    <dgm:pt modelId="{E005D9A7-3942-4D21-A663-3160BC5C9421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Run tests comparing how the lambda performs in both cases</a:t>
          </a:r>
        </a:p>
      </dgm:t>
    </dgm:pt>
    <dgm:pt modelId="{435A7671-1F6E-4C57-BE02-F06C52513D7D}" type="parTrans" cxnId="{8EAE12A0-44EA-4A92-BE50-3B02F175C86F}">
      <dgm:prSet/>
      <dgm:spPr/>
    </dgm:pt>
    <dgm:pt modelId="{C08E4B30-A70E-4C78-BA7D-3CA33BEC4E75}" type="sibTrans" cxnId="{8EAE12A0-44EA-4A92-BE50-3B02F175C86F}">
      <dgm:prSet/>
      <dgm:spPr/>
    </dgm:pt>
    <dgm:pt modelId="{AE946D32-3EAF-48A0-BC1A-4E6AA33226D0}" type="pres">
      <dgm:prSet presAssocID="{E606D947-AC85-4025-9CA9-5C3D59DFAFFB}" presName="Name0" presStyleCnt="0">
        <dgm:presLayoutVars>
          <dgm:dir/>
          <dgm:resizeHandles val="exact"/>
        </dgm:presLayoutVars>
      </dgm:prSet>
      <dgm:spPr/>
    </dgm:pt>
    <dgm:pt modelId="{7A747F04-4AF4-46A9-9877-C88A1F6EE853}" type="pres">
      <dgm:prSet presAssocID="{384E9E53-4CCE-4A22-8C07-695B5D97AC6E}" presName="parTxOnly" presStyleLbl="node1" presStyleIdx="0" presStyleCnt="3">
        <dgm:presLayoutVars>
          <dgm:bulletEnabled val="1"/>
        </dgm:presLayoutVars>
      </dgm:prSet>
      <dgm:spPr/>
    </dgm:pt>
    <dgm:pt modelId="{3DF88259-DA7F-483F-97BA-D07CE38E9391}" type="pres">
      <dgm:prSet presAssocID="{F3DAB94C-9AAD-4ABB-BE3A-ADF3AACC157E}" presName="parSpace" presStyleCnt="0"/>
      <dgm:spPr/>
    </dgm:pt>
    <dgm:pt modelId="{570005B1-CD8B-44D7-9B45-F7204C9C62D1}" type="pres">
      <dgm:prSet presAssocID="{B1C2202B-D711-4775-A194-4D37872F44C4}" presName="parTxOnly" presStyleLbl="node1" presStyleIdx="1" presStyleCnt="3">
        <dgm:presLayoutVars>
          <dgm:bulletEnabled val="1"/>
        </dgm:presLayoutVars>
      </dgm:prSet>
      <dgm:spPr/>
    </dgm:pt>
    <dgm:pt modelId="{880B250E-2ECB-4338-9BDB-DCC18007C2EF}" type="pres">
      <dgm:prSet presAssocID="{B5C1B2D6-BCA3-4C9A-9454-AC19D05206E3}" presName="parSpace" presStyleCnt="0"/>
      <dgm:spPr/>
    </dgm:pt>
    <dgm:pt modelId="{FB2A79B7-ACAA-4C4A-8A5E-9CDE8ACB4FF6}" type="pres">
      <dgm:prSet presAssocID="{E005D9A7-3942-4D21-A663-3160BC5C9421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EA906917-06E9-4A07-8FF3-C4FC67092909}" srcId="{E606D947-AC85-4025-9CA9-5C3D59DFAFFB}" destId="{384E9E53-4CCE-4A22-8C07-695B5D97AC6E}" srcOrd="0" destOrd="0" parTransId="{9B3F84E2-CCB0-44E4-8640-DDBC72784D49}" sibTransId="{F3DAB94C-9AAD-4ABB-BE3A-ADF3AACC157E}"/>
    <dgm:cxn modelId="{CDB27822-2CD9-420E-B62A-B38C7C1113BA}" type="presOf" srcId="{384E9E53-4CCE-4A22-8C07-695B5D97AC6E}" destId="{7A747F04-4AF4-46A9-9877-C88A1F6EE853}" srcOrd="0" destOrd="0" presId="urn:microsoft.com/office/officeart/2005/8/layout/hChevron3"/>
    <dgm:cxn modelId="{3C2D409C-305B-4862-926A-C53203F2B090}" type="presOf" srcId="{E005D9A7-3942-4D21-A663-3160BC5C9421}" destId="{FB2A79B7-ACAA-4C4A-8A5E-9CDE8ACB4FF6}" srcOrd="0" destOrd="0" presId="urn:microsoft.com/office/officeart/2005/8/layout/hChevron3"/>
    <dgm:cxn modelId="{8EAE12A0-44EA-4A92-BE50-3B02F175C86F}" srcId="{E606D947-AC85-4025-9CA9-5C3D59DFAFFB}" destId="{E005D9A7-3942-4D21-A663-3160BC5C9421}" srcOrd="2" destOrd="0" parTransId="{435A7671-1F6E-4C57-BE02-F06C52513D7D}" sibTransId="{C08E4B30-A70E-4C78-BA7D-3CA33BEC4E75}"/>
    <dgm:cxn modelId="{49AAEBB6-3D08-440F-9394-CAE63BEB3666}" type="presOf" srcId="{B1C2202B-D711-4775-A194-4D37872F44C4}" destId="{570005B1-CD8B-44D7-9B45-F7204C9C62D1}" srcOrd="0" destOrd="0" presId="urn:microsoft.com/office/officeart/2005/8/layout/hChevron3"/>
    <dgm:cxn modelId="{F12FACC3-95AB-4B57-9310-693F7A476F91}" srcId="{E606D947-AC85-4025-9CA9-5C3D59DFAFFB}" destId="{B1C2202B-D711-4775-A194-4D37872F44C4}" srcOrd="1" destOrd="0" parTransId="{961E6394-8F46-4962-A668-A0B6393253A1}" sibTransId="{B5C1B2D6-BCA3-4C9A-9454-AC19D05206E3}"/>
    <dgm:cxn modelId="{FCF593E8-9B6B-42B3-9EA7-AB48C1E85AF1}" type="presOf" srcId="{E606D947-AC85-4025-9CA9-5C3D59DFAFFB}" destId="{AE946D32-3EAF-48A0-BC1A-4E6AA33226D0}" srcOrd="0" destOrd="0" presId="urn:microsoft.com/office/officeart/2005/8/layout/hChevron3"/>
    <dgm:cxn modelId="{4FB8856A-7624-4895-B2FC-0D56798F8DC4}" type="presParOf" srcId="{AE946D32-3EAF-48A0-BC1A-4E6AA33226D0}" destId="{7A747F04-4AF4-46A9-9877-C88A1F6EE853}" srcOrd="0" destOrd="0" presId="urn:microsoft.com/office/officeart/2005/8/layout/hChevron3"/>
    <dgm:cxn modelId="{3692F6F9-DA20-4657-90F8-CE08E4C04440}" type="presParOf" srcId="{AE946D32-3EAF-48A0-BC1A-4E6AA33226D0}" destId="{3DF88259-DA7F-483F-97BA-D07CE38E9391}" srcOrd="1" destOrd="0" presId="urn:microsoft.com/office/officeart/2005/8/layout/hChevron3"/>
    <dgm:cxn modelId="{F67A17FD-0162-4E8D-B53F-EA9D16A0FCA3}" type="presParOf" srcId="{AE946D32-3EAF-48A0-BC1A-4E6AA33226D0}" destId="{570005B1-CD8B-44D7-9B45-F7204C9C62D1}" srcOrd="2" destOrd="0" presId="urn:microsoft.com/office/officeart/2005/8/layout/hChevron3"/>
    <dgm:cxn modelId="{5BC4D53C-03E7-4BFF-83B2-E024F0A87C1B}" type="presParOf" srcId="{AE946D32-3EAF-48A0-BC1A-4E6AA33226D0}" destId="{880B250E-2ECB-4338-9BDB-DCC18007C2EF}" srcOrd="3" destOrd="0" presId="urn:microsoft.com/office/officeart/2005/8/layout/hChevron3"/>
    <dgm:cxn modelId="{9D13AE93-AF8C-4D5A-94EB-00267DF69A00}" type="presParOf" srcId="{AE946D32-3EAF-48A0-BC1A-4E6AA33226D0}" destId="{FB2A79B7-ACAA-4C4A-8A5E-9CDE8ACB4FF6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06D947-AC85-4025-9CA9-5C3D59DFAFFB}" type="doc">
      <dgm:prSet loTypeId="urn:microsoft.com/office/officeart/2005/8/layout/chevron1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it-IT"/>
        </a:p>
      </dgm:t>
    </dgm:pt>
    <dgm:pt modelId="{FFF29BAF-8AC1-4F2D-B1EC-11F068CF7D82}">
      <dgm:prSet phldr="0"/>
      <dgm:spPr/>
      <dgm:t>
        <a:bodyPr/>
        <a:lstStyle/>
        <a:p>
          <a:pPr rtl="0"/>
          <a:r>
            <a:rPr lang="it-IT" dirty="0">
              <a:latin typeface="Aptos Display" panose="020F0302020204030204"/>
            </a:rPr>
            <a:t>Download JMeter locally</a:t>
          </a:r>
        </a:p>
      </dgm:t>
    </dgm:pt>
    <dgm:pt modelId="{809C3CE7-DD5A-4306-BBAE-F6D397459909}" type="parTrans" cxnId="{2923D30F-6D07-4433-AA85-A59DA78C7608}">
      <dgm:prSet/>
      <dgm:spPr/>
    </dgm:pt>
    <dgm:pt modelId="{89CE212D-632D-4F7F-A1CC-2262FADB3CCC}" type="sibTrans" cxnId="{2923D30F-6D07-4433-AA85-A59DA78C7608}">
      <dgm:prSet/>
      <dgm:spPr/>
    </dgm:pt>
    <dgm:pt modelId="{FCAA4DC8-83AF-467E-A666-89310C89DE7A}">
      <dgm:prSet phldr="0"/>
      <dgm:spPr/>
      <dgm:t>
        <a:bodyPr/>
        <a:lstStyle/>
        <a:p>
          <a:pPr rtl="0"/>
          <a:r>
            <a:rPr lang="it-IT" dirty="0" err="1">
              <a:latin typeface="Aptos Display" panose="020F0302020204030204"/>
            </a:rPr>
            <a:t>Configure</a:t>
          </a:r>
          <a:r>
            <a:rPr lang="it-IT" dirty="0">
              <a:latin typeface="Aptos Display" panose="020F0302020204030204"/>
            </a:rPr>
            <a:t> test via UI</a:t>
          </a:r>
        </a:p>
      </dgm:t>
    </dgm:pt>
    <dgm:pt modelId="{440905C0-052D-4480-A5FA-280133C41D2B}" type="parTrans" cxnId="{081FB700-A19D-437F-BAAA-36051BB83134}">
      <dgm:prSet/>
      <dgm:spPr/>
    </dgm:pt>
    <dgm:pt modelId="{0183B1EA-9A6B-4483-84EF-7286E85BF3B2}" type="sibTrans" cxnId="{081FB700-A19D-437F-BAAA-36051BB83134}">
      <dgm:prSet/>
      <dgm:spPr/>
    </dgm:pt>
    <dgm:pt modelId="{1F4E651A-2505-4256-AF25-E048827C3C30}">
      <dgm:prSet phldr="0"/>
      <dgm:spPr/>
      <dgm:t>
        <a:bodyPr/>
        <a:lstStyle/>
        <a:p>
          <a:pPr rtl="0"/>
          <a:r>
            <a:rPr lang="it-IT" dirty="0">
              <a:latin typeface="Aptos Display" panose="020F0302020204030204"/>
            </a:rPr>
            <a:t>Connect to EC2 instances via SSH</a:t>
          </a:r>
        </a:p>
      </dgm:t>
    </dgm:pt>
    <dgm:pt modelId="{4FFD9AE4-28C3-473F-BC71-8F5DD53D8579}" type="parTrans" cxnId="{91839E29-DD43-4309-AE09-B6155472E1DC}">
      <dgm:prSet/>
      <dgm:spPr/>
    </dgm:pt>
    <dgm:pt modelId="{642CC790-E946-45EA-BDF2-33A43D505FFD}" type="sibTrans" cxnId="{91839E29-DD43-4309-AE09-B6155472E1DC}">
      <dgm:prSet/>
      <dgm:spPr/>
    </dgm:pt>
    <dgm:pt modelId="{A7FCFA2E-6521-48F9-BB47-6B74EDFAF799}">
      <dgm:prSet phldr="0"/>
      <dgm:spPr/>
      <dgm:t>
        <a:bodyPr/>
        <a:lstStyle/>
        <a:p>
          <a:pPr rtl="0"/>
          <a:r>
            <a:rPr lang="it-IT" dirty="0">
              <a:latin typeface="Aptos Display" panose="020F0302020204030204"/>
            </a:rPr>
            <a:t>Download JMeter on instances</a:t>
          </a:r>
        </a:p>
      </dgm:t>
    </dgm:pt>
    <dgm:pt modelId="{9E9AB7A1-37E1-4AEB-A083-E664FB50227D}" type="parTrans" cxnId="{055D98CC-06FC-4579-8979-FEB022084C03}">
      <dgm:prSet/>
      <dgm:spPr/>
    </dgm:pt>
    <dgm:pt modelId="{2E54009A-BCE3-42E0-B56E-BE339BD441C8}" type="sibTrans" cxnId="{055D98CC-06FC-4579-8979-FEB022084C03}">
      <dgm:prSet/>
      <dgm:spPr/>
    </dgm:pt>
    <dgm:pt modelId="{AF047F7B-E7EC-4291-8206-6F89D642E2FC}">
      <dgm:prSet phldr="0"/>
      <dgm:spPr/>
      <dgm:t>
        <a:bodyPr/>
        <a:lstStyle/>
        <a:p>
          <a:pPr rtl="0"/>
          <a:r>
            <a:rPr lang="it-IT" dirty="0">
              <a:latin typeface="Aptos Display" panose="020F0302020204030204"/>
            </a:rPr>
            <a:t> Load </a:t>
          </a:r>
          <a:r>
            <a:rPr lang="it-IT" dirty="0" err="1">
              <a:latin typeface="Aptos Display" panose="020F0302020204030204"/>
            </a:rPr>
            <a:t>local</a:t>
          </a:r>
          <a:r>
            <a:rPr lang="it-IT" dirty="0">
              <a:latin typeface="Aptos Display" panose="020F0302020204030204"/>
            </a:rPr>
            <a:t> files </a:t>
          </a:r>
          <a:r>
            <a:rPr lang="it-IT" dirty="0" err="1">
              <a:latin typeface="Aptos Display" panose="020F0302020204030204"/>
            </a:rPr>
            <a:t>into</a:t>
          </a:r>
          <a:r>
            <a:rPr lang="it-IT" dirty="0">
              <a:latin typeface="Aptos Display" panose="020F0302020204030204"/>
            </a:rPr>
            <a:t> the EC2 instances</a:t>
          </a:r>
          <a:endParaRPr lang="it-IT" dirty="0"/>
        </a:p>
      </dgm:t>
    </dgm:pt>
    <dgm:pt modelId="{B42EEBDD-7E49-4FFF-B3C9-5DB02CA5FE89}" type="parTrans" cxnId="{FE7BB6A5-3BD2-4015-A524-FDB7AFD117BE}">
      <dgm:prSet/>
      <dgm:spPr/>
    </dgm:pt>
    <dgm:pt modelId="{8DF6C123-5A81-4D17-9615-175EFC56A8F8}" type="sibTrans" cxnId="{FE7BB6A5-3BD2-4015-A524-FDB7AFD117BE}">
      <dgm:prSet/>
      <dgm:spPr/>
    </dgm:pt>
    <dgm:pt modelId="{F1D8D9FA-A08D-4FC2-BB39-85A5FD3B5C0A}">
      <dgm:prSet phldr="0"/>
      <dgm:spPr/>
      <dgm:t>
        <a:bodyPr/>
        <a:lstStyle/>
        <a:p>
          <a:pPr rtl="0"/>
          <a:r>
            <a:rPr lang="it-IT" dirty="0">
              <a:latin typeface="Aptos Display" panose="020F0302020204030204"/>
            </a:rPr>
            <a:t>Make .csv test payloads</a:t>
          </a:r>
        </a:p>
      </dgm:t>
    </dgm:pt>
    <dgm:pt modelId="{986F4179-607D-439E-99BA-59D7823D67F9}" type="parTrans" cxnId="{EB3D4536-08D2-4F4D-91FA-515A321DEB40}">
      <dgm:prSet/>
      <dgm:spPr/>
    </dgm:pt>
    <dgm:pt modelId="{9D7B1ACB-C5FC-40D0-A754-168382DBE6EF}" type="sibTrans" cxnId="{EB3D4536-08D2-4F4D-91FA-515A321DEB40}">
      <dgm:prSet/>
      <dgm:spPr/>
    </dgm:pt>
    <dgm:pt modelId="{974416D0-8F8F-4457-99C6-9733FA613D1A}" type="pres">
      <dgm:prSet presAssocID="{E606D947-AC85-4025-9CA9-5C3D59DFAFFB}" presName="Name0" presStyleCnt="0">
        <dgm:presLayoutVars>
          <dgm:dir/>
          <dgm:animLvl val="lvl"/>
          <dgm:resizeHandles val="exact"/>
        </dgm:presLayoutVars>
      </dgm:prSet>
      <dgm:spPr/>
    </dgm:pt>
    <dgm:pt modelId="{BFDDD781-5C3D-44D3-BA6F-0480B6D0AE11}" type="pres">
      <dgm:prSet presAssocID="{FFF29BAF-8AC1-4F2D-B1EC-11F068CF7D82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5F556BD0-FC65-473D-8338-B99DB0081DFB}" type="pres">
      <dgm:prSet presAssocID="{89CE212D-632D-4F7F-A1CC-2262FADB3CCC}" presName="parTxOnlySpace" presStyleCnt="0"/>
      <dgm:spPr/>
    </dgm:pt>
    <dgm:pt modelId="{9C1F9369-D013-4684-B28D-0A12CBDBDB4A}" type="pres">
      <dgm:prSet presAssocID="{FCAA4DC8-83AF-467E-A666-89310C89DE7A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A818BA2-F394-47F0-A96A-81C81525CEE8}" type="pres">
      <dgm:prSet presAssocID="{0183B1EA-9A6B-4483-84EF-7286E85BF3B2}" presName="parTxOnlySpace" presStyleCnt="0"/>
      <dgm:spPr/>
    </dgm:pt>
    <dgm:pt modelId="{1C6523A2-C0B6-408D-A088-818DD9376A9C}" type="pres">
      <dgm:prSet presAssocID="{F1D8D9FA-A08D-4FC2-BB39-85A5FD3B5C0A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2E60A0A-BA2F-4407-A627-D1B44D59D9D4}" type="pres">
      <dgm:prSet presAssocID="{9D7B1ACB-C5FC-40D0-A754-168382DBE6EF}" presName="parTxOnlySpace" presStyleCnt="0"/>
      <dgm:spPr/>
    </dgm:pt>
    <dgm:pt modelId="{37E342FC-7ADF-442F-B676-029D9D3BDB49}" type="pres">
      <dgm:prSet presAssocID="{1F4E651A-2505-4256-AF25-E048827C3C30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907DA63C-5AC8-4D56-A139-25CA03EAF92D}" type="pres">
      <dgm:prSet presAssocID="{642CC790-E946-45EA-BDF2-33A43D505FFD}" presName="parTxOnlySpace" presStyleCnt="0"/>
      <dgm:spPr/>
    </dgm:pt>
    <dgm:pt modelId="{C5AF255B-115F-49C8-A424-ABD219F03DF5}" type="pres">
      <dgm:prSet presAssocID="{A7FCFA2E-6521-48F9-BB47-6B74EDFAF799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96E04696-AA3C-4346-B572-3514B1761C04}" type="pres">
      <dgm:prSet presAssocID="{2E54009A-BCE3-42E0-B56E-BE339BD441C8}" presName="parTxOnlySpace" presStyleCnt="0"/>
      <dgm:spPr/>
    </dgm:pt>
    <dgm:pt modelId="{96E60C3F-B0A9-4EF6-BB2A-4156C9127AE6}" type="pres">
      <dgm:prSet presAssocID="{AF047F7B-E7EC-4291-8206-6F89D642E2FC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081FB700-A19D-437F-BAAA-36051BB83134}" srcId="{E606D947-AC85-4025-9CA9-5C3D59DFAFFB}" destId="{FCAA4DC8-83AF-467E-A666-89310C89DE7A}" srcOrd="1" destOrd="0" parTransId="{440905C0-052D-4480-A5FA-280133C41D2B}" sibTransId="{0183B1EA-9A6B-4483-84EF-7286E85BF3B2}"/>
    <dgm:cxn modelId="{2923D30F-6D07-4433-AA85-A59DA78C7608}" srcId="{E606D947-AC85-4025-9CA9-5C3D59DFAFFB}" destId="{FFF29BAF-8AC1-4F2D-B1EC-11F068CF7D82}" srcOrd="0" destOrd="0" parTransId="{809C3CE7-DD5A-4306-BBAE-F6D397459909}" sibTransId="{89CE212D-632D-4F7F-A1CC-2262FADB3CCC}"/>
    <dgm:cxn modelId="{AE587F19-1F7D-4F84-8220-2F11D2605F67}" type="presOf" srcId="{F1D8D9FA-A08D-4FC2-BB39-85A5FD3B5C0A}" destId="{1C6523A2-C0B6-408D-A088-818DD9376A9C}" srcOrd="0" destOrd="0" presId="urn:microsoft.com/office/officeart/2005/8/layout/chevron1"/>
    <dgm:cxn modelId="{47FD0E21-9E7C-4D96-93DD-D7B8918BFB5A}" type="presOf" srcId="{FCAA4DC8-83AF-467E-A666-89310C89DE7A}" destId="{9C1F9369-D013-4684-B28D-0A12CBDBDB4A}" srcOrd="0" destOrd="0" presId="urn:microsoft.com/office/officeart/2005/8/layout/chevron1"/>
    <dgm:cxn modelId="{91839E29-DD43-4309-AE09-B6155472E1DC}" srcId="{E606D947-AC85-4025-9CA9-5C3D59DFAFFB}" destId="{1F4E651A-2505-4256-AF25-E048827C3C30}" srcOrd="3" destOrd="0" parTransId="{4FFD9AE4-28C3-473F-BC71-8F5DD53D8579}" sibTransId="{642CC790-E946-45EA-BDF2-33A43D505FFD}"/>
    <dgm:cxn modelId="{30B5CC32-DC5F-433F-85A7-0265EE65CB4F}" type="presOf" srcId="{E606D947-AC85-4025-9CA9-5C3D59DFAFFB}" destId="{974416D0-8F8F-4457-99C6-9733FA613D1A}" srcOrd="0" destOrd="0" presId="urn:microsoft.com/office/officeart/2005/8/layout/chevron1"/>
    <dgm:cxn modelId="{EB3D4536-08D2-4F4D-91FA-515A321DEB40}" srcId="{E606D947-AC85-4025-9CA9-5C3D59DFAFFB}" destId="{F1D8D9FA-A08D-4FC2-BB39-85A5FD3B5C0A}" srcOrd="2" destOrd="0" parTransId="{986F4179-607D-439E-99BA-59D7823D67F9}" sibTransId="{9D7B1ACB-C5FC-40D0-A754-168382DBE6EF}"/>
    <dgm:cxn modelId="{88086944-276B-4A43-BE12-4B2B23BAD1DD}" type="presOf" srcId="{1F4E651A-2505-4256-AF25-E048827C3C30}" destId="{37E342FC-7ADF-442F-B676-029D9D3BDB49}" srcOrd="0" destOrd="0" presId="urn:microsoft.com/office/officeart/2005/8/layout/chevron1"/>
    <dgm:cxn modelId="{2B11969A-C791-4158-AD0D-AD12CD6E078C}" type="presOf" srcId="{AF047F7B-E7EC-4291-8206-6F89D642E2FC}" destId="{96E60C3F-B0A9-4EF6-BB2A-4156C9127AE6}" srcOrd="0" destOrd="0" presId="urn:microsoft.com/office/officeart/2005/8/layout/chevron1"/>
    <dgm:cxn modelId="{FE7BB6A5-3BD2-4015-A524-FDB7AFD117BE}" srcId="{E606D947-AC85-4025-9CA9-5C3D59DFAFFB}" destId="{AF047F7B-E7EC-4291-8206-6F89D642E2FC}" srcOrd="5" destOrd="0" parTransId="{B42EEBDD-7E49-4FFF-B3C9-5DB02CA5FE89}" sibTransId="{8DF6C123-5A81-4D17-9615-175EFC56A8F8}"/>
    <dgm:cxn modelId="{D9F453C1-B1C1-4161-BB49-9368BC7AD755}" type="presOf" srcId="{FFF29BAF-8AC1-4F2D-B1EC-11F068CF7D82}" destId="{BFDDD781-5C3D-44D3-BA6F-0480B6D0AE11}" srcOrd="0" destOrd="0" presId="urn:microsoft.com/office/officeart/2005/8/layout/chevron1"/>
    <dgm:cxn modelId="{9A270CCC-157A-4BDF-968C-EC73D85AF5F9}" type="presOf" srcId="{A7FCFA2E-6521-48F9-BB47-6B74EDFAF799}" destId="{C5AF255B-115F-49C8-A424-ABD219F03DF5}" srcOrd="0" destOrd="0" presId="urn:microsoft.com/office/officeart/2005/8/layout/chevron1"/>
    <dgm:cxn modelId="{055D98CC-06FC-4579-8979-FEB022084C03}" srcId="{E606D947-AC85-4025-9CA9-5C3D59DFAFFB}" destId="{A7FCFA2E-6521-48F9-BB47-6B74EDFAF799}" srcOrd="4" destOrd="0" parTransId="{9E9AB7A1-37E1-4AEB-A083-E664FB50227D}" sibTransId="{2E54009A-BCE3-42E0-B56E-BE339BD441C8}"/>
    <dgm:cxn modelId="{F3F04EE2-4DC7-4DD9-8224-8A9E3A1AEA8B}" type="presParOf" srcId="{974416D0-8F8F-4457-99C6-9733FA613D1A}" destId="{BFDDD781-5C3D-44D3-BA6F-0480B6D0AE11}" srcOrd="0" destOrd="0" presId="urn:microsoft.com/office/officeart/2005/8/layout/chevron1"/>
    <dgm:cxn modelId="{58D1468C-C1A6-4C88-9794-4EF38B11D977}" type="presParOf" srcId="{974416D0-8F8F-4457-99C6-9733FA613D1A}" destId="{5F556BD0-FC65-473D-8338-B99DB0081DFB}" srcOrd="1" destOrd="0" presId="urn:microsoft.com/office/officeart/2005/8/layout/chevron1"/>
    <dgm:cxn modelId="{3C442B87-70FC-4CFA-AEAE-7611AB4226BD}" type="presParOf" srcId="{974416D0-8F8F-4457-99C6-9733FA613D1A}" destId="{9C1F9369-D013-4684-B28D-0A12CBDBDB4A}" srcOrd="2" destOrd="0" presId="urn:microsoft.com/office/officeart/2005/8/layout/chevron1"/>
    <dgm:cxn modelId="{C130D72B-0E59-410D-8FCD-2ABC876E1CAC}" type="presParOf" srcId="{974416D0-8F8F-4457-99C6-9733FA613D1A}" destId="{FA818BA2-F394-47F0-A96A-81C81525CEE8}" srcOrd="3" destOrd="0" presId="urn:microsoft.com/office/officeart/2005/8/layout/chevron1"/>
    <dgm:cxn modelId="{A49A7863-76CB-47A1-8485-A4E70A7510EA}" type="presParOf" srcId="{974416D0-8F8F-4457-99C6-9733FA613D1A}" destId="{1C6523A2-C0B6-408D-A088-818DD9376A9C}" srcOrd="4" destOrd="0" presId="urn:microsoft.com/office/officeart/2005/8/layout/chevron1"/>
    <dgm:cxn modelId="{92CA0B98-3D80-44EB-A3D1-BDE55F35A7CD}" type="presParOf" srcId="{974416D0-8F8F-4457-99C6-9733FA613D1A}" destId="{92E60A0A-BA2F-4407-A627-D1B44D59D9D4}" srcOrd="5" destOrd="0" presId="urn:microsoft.com/office/officeart/2005/8/layout/chevron1"/>
    <dgm:cxn modelId="{D0F7890D-00CE-4B9A-A81A-B5CED24C0076}" type="presParOf" srcId="{974416D0-8F8F-4457-99C6-9733FA613D1A}" destId="{37E342FC-7ADF-442F-B676-029D9D3BDB49}" srcOrd="6" destOrd="0" presId="urn:microsoft.com/office/officeart/2005/8/layout/chevron1"/>
    <dgm:cxn modelId="{1BF0B4A1-98F1-4090-BC83-5D9181DD0ACF}" type="presParOf" srcId="{974416D0-8F8F-4457-99C6-9733FA613D1A}" destId="{907DA63C-5AC8-4D56-A139-25CA03EAF92D}" srcOrd="7" destOrd="0" presId="urn:microsoft.com/office/officeart/2005/8/layout/chevron1"/>
    <dgm:cxn modelId="{A0ED4360-F2CC-4FFA-BB6D-457547634E17}" type="presParOf" srcId="{974416D0-8F8F-4457-99C6-9733FA613D1A}" destId="{C5AF255B-115F-49C8-A424-ABD219F03DF5}" srcOrd="8" destOrd="0" presId="urn:microsoft.com/office/officeart/2005/8/layout/chevron1"/>
    <dgm:cxn modelId="{F66C6EC5-06C9-4641-817F-70618BED0A64}" type="presParOf" srcId="{974416D0-8F8F-4457-99C6-9733FA613D1A}" destId="{96E04696-AA3C-4346-B572-3514B1761C04}" srcOrd="9" destOrd="0" presId="urn:microsoft.com/office/officeart/2005/8/layout/chevron1"/>
    <dgm:cxn modelId="{16ED94F5-0A44-4C17-ACCA-8722B16D8E5A}" type="presParOf" srcId="{974416D0-8F8F-4457-99C6-9733FA613D1A}" destId="{96E60C3F-B0A9-4EF6-BB2A-4156C9127AE6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747F04-4AF4-46A9-9877-C88A1F6EE853}">
      <dsp:nvSpPr>
        <dsp:cNvPr id="0" name=""/>
        <dsp:cNvSpPr/>
      </dsp:nvSpPr>
      <dsp:spPr>
        <a:xfrm>
          <a:off x="1333" y="1324456"/>
          <a:ext cx="2601228" cy="1040491"/>
        </a:xfrm>
        <a:prstGeom prst="homePlat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82" tIns="61341" rIns="30671" bIns="61341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Aptos Display" panose="020F0302020204030204"/>
            </a:rPr>
            <a:t>App local development</a:t>
          </a:r>
          <a:endParaRPr lang="en-US" sz="2300" kern="1200" dirty="0"/>
        </a:p>
      </dsp:txBody>
      <dsp:txXfrm>
        <a:off x="1333" y="1324456"/>
        <a:ext cx="2341105" cy="1040491"/>
      </dsp:txXfrm>
    </dsp:sp>
    <dsp:sp modelId="{57675E14-2F8A-4B2C-9609-3B587DB2EEFC}">
      <dsp:nvSpPr>
        <dsp:cNvPr id="0" name=""/>
        <dsp:cNvSpPr/>
      </dsp:nvSpPr>
      <dsp:spPr>
        <a:xfrm>
          <a:off x="2082317" y="1324456"/>
          <a:ext cx="2601228" cy="1040491"/>
        </a:xfrm>
        <a:prstGeom prst="chevron">
          <a:avLst/>
        </a:prstGeom>
        <a:solidFill>
          <a:schemeClr val="accent1">
            <a:shade val="50000"/>
            <a:hueOff val="235860"/>
            <a:satOff val="-24791"/>
            <a:lumOff val="213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Aptos Display" panose="020F0302020204030204"/>
            </a:rPr>
            <a:t>API deployment</a:t>
          </a:r>
          <a:endParaRPr lang="en-US" sz="2300" kern="1200" dirty="0"/>
        </a:p>
      </dsp:txBody>
      <dsp:txXfrm>
        <a:off x="2602563" y="1324456"/>
        <a:ext cx="1560737" cy="1040491"/>
      </dsp:txXfrm>
    </dsp:sp>
    <dsp:sp modelId="{A2F4EB18-7E2A-4381-BD44-4558BADABFA3}">
      <dsp:nvSpPr>
        <dsp:cNvPr id="0" name=""/>
        <dsp:cNvSpPr/>
      </dsp:nvSpPr>
      <dsp:spPr>
        <a:xfrm>
          <a:off x="4163300" y="1324456"/>
          <a:ext cx="2601228" cy="1040491"/>
        </a:xfrm>
        <a:prstGeom prst="chevron">
          <a:avLst/>
        </a:prstGeom>
        <a:solidFill>
          <a:schemeClr val="accent1">
            <a:shade val="50000"/>
            <a:hueOff val="471719"/>
            <a:satOff val="-49582"/>
            <a:lumOff val="4278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Aptos Display" panose="020F0302020204030204"/>
            </a:rPr>
            <a:t>API gateway</a:t>
          </a:r>
          <a:endParaRPr lang="en-US" sz="2300" kern="1200" dirty="0"/>
        </a:p>
      </dsp:txBody>
      <dsp:txXfrm>
        <a:off x="4683546" y="1324456"/>
        <a:ext cx="1560737" cy="1040491"/>
      </dsp:txXfrm>
    </dsp:sp>
    <dsp:sp modelId="{358CB985-1A37-42E1-BB91-59CB2F231E12}">
      <dsp:nvSpPr>
        <dsp:cNvPr id="0" name=""/>
        <dsp:cNvSpPr/>
      </dsp:nvSpPr>
      <dsp:spPr>
        <a:xfrm>
          <a:off x="6244283" y="1324456"/>
          <a:ext cx="2601228" cy="1040491"/>
        </a:xfrm>
        <a:prstGeom prst="chevron">
          <a:avLst/>
        </a:prstGeom>
        <a:solidFill>
          <a:schemeClr val="accent1">
            <a:shade val="50000"/>
            <a:hueOff val="471719"/>
            <a:satOff val="-49582"/>
            <a:lumOff val="4278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Aptos Display" panose="020F0302020204030204"/>
            </a:rPr>
            <a:t>EC2 instances</a:t>
          </a:r>
        </a:p>
      </dsp:txBody>
      <dsp:txXfrm>
        <a:off x="6764529" y="1324456"/>
        <a:ext cx="1560737" cy="1040491"/>
      </dsp:txXfrm>
    </dsp:sp>
    <dsp:sp modelId="{570005B1-CD8B-44D7-9B45-F7204C9C62D1}">
      <dsp:nvSpPr>
        <dsp:cNvPr id="0" name=""/>
        <dsp:cNvSpPr/>
      </dsp:nvSpPr>
      <dsp:spPr>
        <a:xfrm>
          <a:off x="8325266" y="1324456"/>
          <a:ext cx="2601228" cy="1040491"/>
        </a:xfrm>
        <a:prstGeom prst="chevron">
          <a:avLst/>
        </a:prstGeom>
        <a:solidFill>
          <a:schemeClr val="accent1">
            <a:shade val="50000"/>
            <a:hueOff val="235860"/>
            <a:satOff val="-24791"/>
            <a:lumOff val="2139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61341" rIns="30671" bIns="61341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Aptos Display" panose="020F0302020204030204"/>
            </a:rPr>
            <a:t>Test</a:t>
          </a:r>
          <a:endParaRPr lang="en-US" sz="2300" kern="1200" dirty="0"/>
        </a:p>
      </dsp:txBody>
      <dsp:txXfrm>
        <a:off x="8845512" y="1324456"/>
        <a:ext cx="1560737" cy="10404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E394F3-E04B-4289-A662-312218FF3ED8}">
      <dsp:nvSpPr>
        <dsp:cNvPr id="0" name=""/>
        <dsp:cNvSpPr/>
      </dsp:nvSpPr>
      <dsp:spPr>
        <a:xfrm>
          <a:off x="2437" y="269015"/>
          <a:ext cx="2169401" cy="86776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>
              <a:latin typeface="Aptos Display" panose="020F0302020204030204"/>
            </a:rPr>
            <a:t>Setup </a:t>
          </a:r>
          <a:r>
            <a:rPr lang="it-IT" sz="1600" kern="1200" dirty="0" err="1">
              <a:latin typeface="Aptos Display" panose="020F0302020204030204"/>
            </a:rPr>
            <a:t>runtime</a:t>
          </a:r>
          <a:r>
            <a:rPr lang="it-IT" sz="1600" kern="1200" dirty="0">
              <a:latin typeface="Aptos Display" panose="020F0302020204030204"/>
            </a:rPr>
            <a:t> </a:t>
          </a:r>
          <a:r>
            <a:rPr lang="it-IT" sz="1600" kern="1200" dirty="0" err="1">
              <a:latin typeface="Aptos Display" panose="020F0302020204030204"/>
            </a:rPr>
            <a:t>environment</a:t>
          </a:r>
          <a:r>
            <a:rPr lang="it-IT" sz="1600" kern="1200" dirty="0">
              <a:latin typeface="Aptos Display" panose="020F0302020204030204"/>
            </a:rPr>
            <a:t> for Python</a:t>
          </a:r>
          <a:endParaRPr lang="it-IT" sz="1600" kern="1200" dirty="0"/>
        </a:p>
      </dsp:txBody>
      <dsp:txXfrm>
        <a:off x="436317" y="269015"/>
        <a:ext cx="1301641" cy="867760"/>
      </dsp:txXfrm>
    </dsp:sp>
    <dsp:sp modelId="{CBC975ED-A01B-4389-893C-18D6D25168B6}">
      <dsp:nvSpPr>
        <dsp:cNvPr id="0" name=""/>
        <dsp:cNvSpPr/>
      </dsp:nvSpPr>
      <dsp:spPr>
        <a:xfrm>
          <a:off x="1954898" y="269015"/>
          <a:ext cx="2169401" cy="86776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>
              <a:latin typeface="Aptos Display" panose="020F0302020204030204"/>
            </a:rPr>
            <a:t>Install</a:t>
          </a:r>
          <a:r>
            <a:rPr lang="it-IT" sz="1600" kern="1200" dirty="0">
              <a:latin typeface="Aptos Display" panose="020F0302020204030204"/>
            </a:rPr>
            <a:t> </a:t>
          </a:r>
          <a:r>
            <a:rPr lang="it-IT" sz="1600" kern="1200" dirty="0" err="1">
              <a:latin typeface="Aptos Display" panose="020F0302020204030204"/>
            </a:rPr>
            <a:t>Pillow</a:t>
          </a:r>
          <a:r>
            <a:rPr lang="it-IT" sz="1600" kern="1200" dirty="0">
              <a:latin typeface="Aptos Display" panose="020F0302020204030204"/>
            </a:rPr>
            <a:t> via </a:t>
          </a:r>
          <a:r>
            <a:rPr lang="it-IT" sz="1600" kern="1200" dirty="0" err="1">
              <a:latin typeface="Aptos Display" panose="020F0302020204030204"/>
            </a:rPr>
            <a:t>pip</a:t>
          </a:r>
          <a:endParaRPr lang="it-IT" sz="1600" kern="1200" dirty="0"/>
        </a:p>
      </dsp:txBody>
      <dsp:txXfrm>
        <a:off x="2388778" y="269015"/>
        <a:ext cx="1301641" cy="867760"/>
      </dsp:txXfrm>
    </dsp:sp>
    <dsp:sp modelId="{59280501-FE08-4051-946E-6742625A80CE}">
      <dsp:nvSpPr>
        <dsp:cNvPr id="0" name=""/>
        <dsp:cNvSpPr/>
      </dsp:nvSpPr>
      <dsp:spPr>
        <a:xfrm>
          <a:off x="3907360" y="269015"/>
          <a:ext cx="2169401" cy="86776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>
              <a:latin typeface="Aptos Display" panose="020F0302020204030204"/>
            </a:rPr>
            <a:t>Gathered</a:t>
          </a:r>
          <a:r>
            <a:rPr lang="it-IT" sz="1600" kern="1200" dirty="0">
              <a:latin typeface="Aptos Display" panose="020F0302020204030204"/>
            </a:rPr>
            <a:t> the </a:t>
          </a:r>
          <a:r>
            <a:rPr lang="it-IT" sz="1600" kern="1200" dirty="0" err="1">
              <a:latin typeface="Aptos Display" panose="020F0302020204030204"/>
            </a:rPr>
            <a:t>installation</a:t>
          </a:r>
          <a:r>
            <a:rPr lang="it-IT" sz="1600" kern="1200" dirty="0">
              <a:latin typeface="Aptos Display" panose="020F0302020204030204"/>
            </a:rPr>
            <a:t> inside a zip</a:t>
          </a:r>
          <a:endParaRPr lang="it-IT" sz="1600" kern="1200" dirty="0"/>
        </a:p>
      </dsp:txBody>
      <dsp:txXfrm>
        <a:off x="4341240" y="269015"/>
        <a:ext cx="1301641" cy="867760"/>
      </dsp:txXfrm>
    </dsp:sp>
    <dsp:sp modelId="{DFCA9F94-264B-461B-9A8B-B55C515C6B30}">
      <dsp:nvSpPr>
        <dsp:cNvPr id="0" name=""/>
        <dsp:cNvSpPr/>
      </dsp:nvSpPr>
      <dsp:spPr>
        <a:xfrm>
          <a:off x="5859821" y="269015"/>
          <a:ext cx="2169401" cy="86776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>
              <a:latin typeface="Aptos Display" panose="020F0302020204030204"/>
            </a:rPr>
            <a:t>Loaded</a:t>
          </a:r>
          <a:r>
            <a:rPr lang="it-IT" sz="1600" kern="1200" dirty="0">
              <a:latin typeface="Aptos Display" panose="020F0302020204030204"/>
            </a:rPr>
            <a:t> the zip on an s3 bucket</a:t>
          </a:r>
          <a:endParaRPr lang="it-IT" sz="1600" kern="1200" dirty="0"/>
        </a:p>
      </dsp:txBody>
      <dsp:txXfrm>
        <a:off x="6293701" y="269015"/>
        <a:ext cx="1301641" cy="867760"/>
      </dsp:txXfrm>
    </dsp:sp>
    <dsp:sp modelId="{164C1B37-08DA-4438-8A65-D2B7588B5F76}">
      <dsp:nvSpPr>
        <dsp:cNvPr id="0" name=""/>
        <dsp:cNvSpPr/>
      </dsp:nvSpPr>
      <dsp:spPr>
        <a:xfrm>
          <a:off x="7812282" y="269015"/>
          <a:ext cx="2169401" cy="867760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>
              <a:latin typeface="Aptos Display" panose="020F0302020204030204"/>
            </a:rPr>
            <a:t>Built</a:t>
          </a:r>
          <a:r>
            <a:rPr lang="it-IT" sz="1600" kern="1200" dirty="0">
              <a:latin typeface="Aptos Display" panose="020F0302020204030204"/>
            </a:rPr>
            <a:t> a lambda </a:t>
          </a:r>
          <a:r>
            <a:rPr lang="it-IT" sz="1600" kern="1200" dirty="0" err="1">
              <a:latin typeface="Aptos Display" panose="020F0302020204030204"/>
            </a:rPr>
            <a:t>layer</a:t>
          </a:r>
          <a:r>
            <a:rPr lang="it-IT" sz="1600" kern="1200" dirty="0">
              <a:latin typeface="Aptos Display" panose="020F0302020204030204"/>
            </a:rPr>
            <a:t> from </a:t>
          </a:r>
          <a:r>
            <a:rPr lang="it-IT" sz="1600" kern="1200" dirty="0" err="1">
              <a:latin typeface="Aptos Display" panose="020F0302020204030204"/>
            </a:rPr>
            <a:t>that</a:t>
          </a:r>
          <a:r>
            <a:rPr lang="it-IT" sz="1600" kern="1200" dirty="0">
              <a:latin typeface="Aptos Display" panose="020F0302020204030204"/>
            </a:rPr>
            <a:t> bucket</a:t>
          </a:r>
        </a:p>
      </dsp:txBody>
      <dsp:txXfrm>
        <a:off x="8246162" y="269015"/>
        <a:ext cx="1301641" cy="867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E394F3-E04B-4289-A662-312218FF3ED8}">
      <dsp:nvSpPr>
        <dsp:cNvPr id="0" name=""/>
        <dsp:cNvSpPr/>
      </dsp:nvSpPr>
      <dsp:spPr>
        <a:xfrm>
          <a:off x="4877" y="1607785"/>
          <a:ext cx="2839417" cy="1135766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>
              <a:latin typeface="Aptos Display" panose="020F0302020204030204"/>
            </a:rPr>
            <a:t>Created</a:t>
          </a:r>
          <a:r>
            <a:rPr lang="it-IT" sz="1600" kern="1200" dirty="0">
              <a:latin typeface="Aptos Display" panose="020F0302020204030204"/>
            </a:rPr>
            <a:t> REST API</a:t>
          </a:r>
          <a:endParaRPr lang="it-IT" sz="1600" kern="1200" dirty="0"/>
        </a:p>
      </dsp:txBody>
      <dsp:txXfrm>
        <a:off x="572760" y="1607785"/>
        <a:ext cx="1703651" cy="1135766"/>
      </dsp:txXfrm>
    </dsp:sp>
    <dsp:sp modelId="{CBC975ED-A01B-4389-893C-18D6D25168B6}">
      <dsp:nvSpPr>
        <dsp:cNvPr id="0" name=""/>
        <dsp:cNvSpPr/>
      </dsp:nvSpPr>
      <dsp:spPr>
        <a:xfrm>
          <a:off x="2560353" y="1607785"/>
          <a:ext cx="2839417" cy="1135766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>
              <a:latin typeface="Aptos Display" panose="020F0302020204030204"/>
            </a:rPr>
            <a:t>Choose</a:t>
          </a:r>
          <a:r>
            <a:rPr lang="it-IT" sz="1600" kern="1200" dirty="0">
              <a:latin typeface="Aptos Display" panose="020F0302020204030204"/>
            </a:rPr>
            <a:t> POST </a:t>
          </a:r>
          <a:r>
            <a:rPr lang="it-IT" sz="1600" kern="1200" dirty="0" err="1">
              <a:latin typeface="Aptos Display" panose="020F0302020204030204"/>
            </a:rPr>
            <a:t>method</a:t>
          </a:r>
          <a:r>
            <a:rPr lang="it-IT" sz="1600" kern="1200" dirty="0">
              <a:latin typeface="Aptos Display" panose="020F0302020204030204"/>
            </a:rPr>
            <a:t> </a:t>
          </a:r>
          <a:r>
            <a:rPr lang="it-IT" sz="1600" kern="1200" dirty="0" err="1">
              <a:latin typeface="Aptos Display" panose="020F0302020204030204"/>
            </a:rPr>
            <a:t>using</a:t>
          </a:r>
          <a:r>
            <a:rPr lang="it-IT" sz="1600" kern="1200" dirty="0">
              <a:latin typeface="Aptos Display" panose="020F0302020204030204"/>
            </a:rPr>
            <a:t> the lambda</a:t>
          </a:r>
          <a:endParaRPr lang="it-IT" sz="1600" kern="1200" dirty="0"/>
        </a:p>
      </dsp:txBody>
      <dsp:txXfrm>
        <a:off x="3128236" y="1607785"/>
        <a:ext cx="1703651" cy="1135766"/>
      </dsp:txXfrm>
    </dsp:sp>
    <dsp:sp modelId="{164C1B37-08DA-4438-8A65-D2B7588B5F76}">
      <dsp:nvSpPr>
        <dsp:cNvPr id="0" name=""/>
        <dsp:cNvSpPr/>
      </dsp:nvSpPr>
      <dsp:spPr>
        <a:xfrm>
          <a:off x="5115829" y="1607785"/>
          <a:ext cx="2839417" cy="1135766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>
              <a:latin typeface="Aptos Display" panose="020F0302020204030204"/>
            </a:rPr>
            <a:t>Modified</a:t>
          </a:r>
          <a:r>
            <a:rPr lang="it-IT" sz="1600" kern="1200" dirty="0">
              <a:latin typeface="Aptos Display" panose="020F0302020204030204"/>
            </a:rPr>
            <a:t> API settings to support multimedia content</a:t>
          </a:r>
          <a:endParaRPr lang="it-IT" sz="1600" kern="1200" dirty="0"/>
        </a:p>
      </dsp:txBody>
      <dsp:txXfrm>
        <a:off x="5683712" y="1607785"/>
        <a:ext cx="1703651" cy="1135766"/>
      </dsp:txXfrm>
    </dsp:sp>
    <dsp:sp modelId="{BFDDD781-5C3D-44D3-BA6F-0480B6D0AE11}">
      <dsp:nvSpPr>
        <dsp:cNvPr id="0" name=""/>
        <dsp:cNvSpPr/>
      </dsp:nvSpPr>
      <dsp:spPr>
        <a:xfrm>
          <a:off x="7671304" y="1607785"/>
          <a:ext cx="2839417" cy="1135766"/>
        </a:xfrm>
        <a:prstGeom prst="chevron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 err="1">
              <a:latin typeface="Aptos Display" panose="020F0302020204030204"/>
            </a:rPr>
            <a:t>Gathered</a:t>
          </a:r>
          <a:r>
            <a:rPr lang="it-IT" sz="1600" kern="1200" dirty="0">
              <a:latin typeface="Aptos Display" panose="020F0302020204030204"/>
            </a:rPr>
            <a:t> the URL for invocation (during tests)</a:t>
          </a:r>
        </a:p>
      </dsp:txBody>
      <dsp:txXfrm>
        <a:off x="8239187" y="1607785"/>
        <a:ext cx="1703651" cy="11357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747F04-4AF4-46A9-9877-C88A1F6EE853}">
      <dsp:nvSpPr>
        <dsp:cNvPr id="0" name=""/>
        <dsp:cNvSpPr/>
      </dsp:nvSpPr>
      <dsp:spPr>
        <a:xfrm>
          <a:off x="4802" y="287487"/>
          <a:ext cx="4199317" cy="1679726"/>
        </a:xfrm>
        <a:prstGeom prst="homePlat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 Display" panose="020F0302020204030204"/>
            </a:rPr>
            <a:t>Setup two EC2 instance with different types</a:t>
          </a:r>
          <a:endParaRPr lang="en-US" sz="2400" kern="1200" dirty="0"/>
        </a:p>
      </dsp:txBody>
      <dsp:txXfrm>
        <a:off x="4802" y="287487"/>
        <a:ext cx="3779386" cy="1679726"/>
      </dsp:txXfrm>
    </dsp:sp>
    <dsp:sp modelId="{570005B1-CD8B-44D7-9B45-F7204C9C62D1}">
      <dsp:nvSpPr>
        <dsp:cNvPr id="0" name=""/>
        <dsp:cNvSpPr/>
      </dsp:nvSpPr>
      <dsp:spPr>
        <a:xfrm>
          <a:off x="3364255" y="287487"/>
          <a:ext cx="4199317" cy="1679726"/>
        </a:xfrm>
        <a:prstGeom prst="chevron">
          <a:avLst/>
        </a:prstGeom>
        <a:solidFill>
          <a:schemeClr val="accent1">
            <a:shade val="50000"/>
            <a:hueOff val="393099"/>
            <a:satOff val="-41319"/>
            <a:lumOff val="356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 Display" panose="020F0302020204030204"/>
            </a:rPr>
            <a:t>Install Apache Jmeter on both instances</a:t>
          </a:r>
          <a:endParaRPr lang="en-US" sz="2400" kern="1200" dirty="0"/>
        </a:p>
      </dsp:txBody>
      <dsp:txXfrm>
        <a:off x="4204118" y="287487"/>
        <a:ext cx="2519591" cy="1679726"/>
      </dsp:txXfrm>
    </dsp:sp>
    <dsp:sp modelId="{FB2A79B7-ACAA-4C4A-8A5E-9CDE8ACB4FF6}">
      <dsp:nvSpPr>
        <dsp:cNvPr id="0" name=""/>
        <dsp:cNvSpPr/>
      </dsp:nvSpPr>
      <dsp:spPr>
        <a:xfrm>
          <a:off x="6723709" y="287487"/>
          <a:ext cx="4199317" cy="1679726"/>
        </a:xfrm>
        <a:prstGeom prst="chevron">
          <a:avLst/>
        </a:prstGeom>
        <a:solidFill>
          <a:schemeClr val="accent1">
            <a:shade val="50000"/>
            <a:hueOff val="393099"/>
            <a:satOff val="-41319"/>
            <a:lumOff val="356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 Display" panose="020F0302020204030204"/>
            </a:rPr>
            <a:t>Run tests comparing how the lambda performs in both cases</a:t>
          </a:r>
        </a:p>
      </dsp:txBody>
      <dsp:txXfrm>
        <a:off x="7563572" y="287487"/>
        <a:ext cx="2519591" cy="16797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DD781-5C3D-44D3-BA6F-0480B6D0AE11}">
      <dsp:nvSpPr>
        <dsp:cNvPr id="0" name=""/>
        <dsp:cNvSpPr/>
      </dsp:nvSpPr>
      <dsp:spPr>
        <a:xfrm>
          <a:off x="5134" y="1793656"/>
          <a:ext cx="1910060" cy="764024"/>
        </a:xfrm>
        <a:prstGeom prst="chevron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Aptos Display" panose="020F0302020204030204"/>
            </a:rPr>
            <a:t>Download JMeter locally</a:t>
          </a:r>
        </a:p>
      </dsp:txBody>
      <dsp:txXfrm>
        <a:off x="387146" y="1793656"/>
        <a:ext cx="1146036" cy="764024"/>
      </dsp:txXfrm>
    </dsp:sp>
    <dsp:sp modelId="{9C1F9369-D013-4684-B28D-0A12CBDBDB4A}">
      <dsp:nvSpPr>
        <dsp:cNvPr id="0" name=""/>
        <dsp:cNvSpPr/>
      </dsp:nvSpPr>
      <dsp:spPr>
        <a:xfrm>
          <a:off x="1724188" y="1793656"/>
          <a:ext cx="1910060" cy="764024"/>
        </a:xfrm>
        <a:prstGeom prst="chevron">
          <a:avLst/>
        </a:prstGeom>
        <a:solidFill>
          <a:schemeClr val="accent1">
            <a:shade val="50000"/>
            <a:hueOff val="196550"/>
            <a:satOff val="-20659"/>
            <a:lumOff val="178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 err="1">
              <a:latin typeface="Aptos Display" panose="020F0302020204030204"/>
            </a:rPr>
            <a:t>Configure</a:t>
          </a:r>
          <a:r>
            <a:rPr lang="it-IT" sz="1400" kern="1200" dirty="0">
              <a:latin typeface="Aptos Display" panose="020F0302020204030204"/>
            </a:rPr>
            <a:t> test via UI</a:t>
          </a:r>
        </a:p>
      </dsp:txBody>
      <dsp:txXfrm>
        <a:off x="2106200" y="1793656"/>
        <a:ext cx="1146036" cy="764024"/>
      </dsp:txXfrm>
    </dsp:sp>
    <dsp:sp modelId="{1C6523A2-C0B6-408D-A088-818DD9376A9C}">
      <dsp:nvSpPr>
        <dsp:cNvPr id="0" name=""/>
        <dsp:cNvSpPr/>
      </dsp:nvSpPr>
      <dsp:spPr>
        <a:xfrm>
          <a:off x="3443242" y="1793656"/>
          <a:ext cx="1910060" cy="764024"/>
        </a:xfrm>
        <a:prstGeom prst="chevron">
          <a:avLst/>
        </a:prstGeom>
        <a:solidFill>
          <a:schemeClr val="accent1">
            <a:shade val="50000"/>
            <a:hueOff val="393099"/>
            <a:satOff val="-41319"/>
            <a:lumOff val="356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Aptos Display" panose="020F0302020204030204"/>
            </a:rPr>
            <a:t>Make .csv test payloads</a:t>
          </a:r>
        </a:p>
      </dsp:txBody>
      <dsp:txXfrm>
        <a:off x="3825254" y="1793656"/>
        <a:ext cx="1146036" cy="764024"/>
      </dsp:txXfrm>
    </dsp:sp>
    <dsp:sp modelId="{37E342FC-7ADF-442F-B676-029D9D3BDB49}">
      <dsp:nvSpPr>
        <dsp:cNvPr id="0" name=""/>
        <dsp:cNvSpPr/>
      </dsp:nvSpPr>
      <dsp:spPr>
        <a:xfrm>
          <a:off x="5162296" y="1793656"/>
          <a:ext cx="1910060" cy="764024"/>
        </a:xfrm>
        <a:prstGeom prst="chevron">
          <a:avLst/>
        </a:prstGeom>
        <a:solidFill>
          <a:schemeClr val="accent1">
            <a:shade val="50000"/>
            <a:hueOff val="589649"/>
            <a:satOff val="-61978"/>
            <a:lumOff val="534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Aptos Display" panose="020F0302020204030204"/>
            </a:rPr>
            <a:t>Connect to EC2 instances via SSH</a:t>
          </a:r>
        </a:p>
      </dsp:txBody>
      <dsp:txXfrm>
        <a:off x="5544308" y="1793656"/>
        <a:ext cx="1146036" cy="764024"/>
      </dsp:txXfrm>
    </dsp:sp>
    <dsp:sp modelId="{C5AF255B-115F-49C8-A424-ABD219F03DF5}">
      <dsp:nvSpPr>
        <dsp:cNvPr id="0" name=""/>
        <dsp:cNvSpPr/>
      </dsp:nvSpPr>
      <dsp:spPr>
        <a:xfrm>
          <a:off x="6881351" y="1793656"/>
          <a:ext cx="1910060" cy="764024"/>
        </a:xfrm>
        <a:prstGeom prst="chevron">
          <a:avLst/>
        </a:prstGeom>
        <a:solidFill>
          <a:schemeClr val="accent1">
            <a:shade val="50000"/>
            <a:hueOff val="393099"/>
            <a:satOff val="-41319"/>
            <a:lumOff val="356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Aptos Display" panose="020F0302020204030204"/>
            </a:rPr>
            <a:t>Download JMeter on instances</a:t>
          </a:r>
        </a:p>
      </dsp:txBody>
      <dsp:txXfrm>
        <a:off x="7263363" y="1793656"/>
        <a:ext cx="1146036" cy="764024"/>
      </dsp:txXfrm>
    </dsp:sp>
    <dsp:sp modelId="{96E60C3F-B0A9-4EF6-BB2A-4156C9127AE6}">
      <dsp:nvSpPr>
        <dsp:cNvPr id="0" name=""/>
        <dsp:cNvSpPr/>
      </dsp:nvSpPr>
      <dsp:spPr>
        <a:xfrm>
          <a:off x="8600405" y="1793656"/>
          <a:ext cx="1910060" cy="764024"/>
        </a:xfrm>
        <a:prstGeom prst="chevron">
          <a:avLst/>
        </a:prstGeom>
        <a:solidFill>
          <a:schemeClr val="accent1">
            <a:shade val="50000"/>
            <a:hueOff val="196550"/>
            <a:satOff val="-20659"/>
            <a:lumOff val="178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latin typeface="Aptos Display" panose="020F0302020204030204"/>
            </a:rPr>
            <a:t> Load </a:t>
          </a:r>
          <a:r>
            <a:rPr lang="it-IT" sz="1400" kern="1200" dirty="0" err="1">
              <a:latin typeface="Aptos Display" panose="020F0302020204030204"/>
            </a:rPr>
            <a:t>local</a:t>
          </a:r>
          <a:r>
            <a:rPr lang="it-IT" sz="1400" kern="1200" dirty="0">
              <a:latin typeface="Aptos Display" panose="020F0302020204030204"/>
            </a:rPr>
            <a:t> files </a:t>
          </a:r>
          <a:r>
            <a:rPr lang="it-IT" sz="1400" kern="1200" dirty="0" err="1">
              <a:latin typeface="Aptos Display" panose="020F0302020204030204"/>
            </a:rPr>
            <a:t>into</a:t>
          </a:r>
          <a:r>
            <a:rPr lang="it-IT" sz="1400" kern="1200" dirty="0">
              <a:latin typeface="Aptos Display" panose="020F0302020204030204"/>
            </a:rPr>
            <a:t> the EC2 instances</a:t>
          </a:r>
          <a:endParaRPr lang="it-IT" sz="1400" kern="1200" dirty="0"/>
        </a:p>
      </dsp:txBody>
      <dsp:txXfrm>
        <a:off x="8982417" y="1793656"/>
        <a:ext cx="1146036" cy="7640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14.01.2026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apache.org/dist/jmeter/binaries/apache-jmeter-5.6.3.tgz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rgbClr val="FFFFFF"/>
                </a:solidFill>
              </a:rPr>
              <a:t>Image Processing Application Deployed in AWS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Antonino Rando</a:t>
            </a:r>
          </a:p>
          <a:p>
            <a:r>
              <a:rPr lang="en-US" sz="1800" dirty="0">
                <a:solidFill>
                  <a:srgbClr val="FFFFFF"/>
                </a:solidFill>
              </a:rPr>
              <a:t>2024/25</a:t>
            </a: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C158E-70FD-0C9D-C787-B7FDA4C0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31021D-73E0-ECDD-B565-5B4177CC5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70DCED-B551-8EB7-3AB5-DFDE2FD52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187B31-AFFB-0C8E-FCD5-F89D13EAD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C0CC9F-08E5-26B4-1BEF-73E0E3F0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9D8BA21-44BA-3804-7CF9-8471E8449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rgbClr val="FFFFFF"/>
                </a:solidFill>
              </a:rPr>
              <a:t>Work Outline</a:t>
            </a:r>
            <a:endParaRPr lang="it-IT" dirty="0"/>
          </a:p>
        </p:txBody>
      </p:sp>
      <p:graphicFrame>
        <p:nvGraphicFramePr>
          <p:cNvPr id="17" name="Segnaposto contenuto 5">
            <a:extLst>
              <a:ext uri="{FF2B5EF4-FFF2-40B4-BE49-F238E27FC236}">
                <a16:creationId xmlns:a16="http://schemas.microsoft.com/office/drawing/2014/main" id="{6343924E-EA95-C9BB-1F84-4A804C6FF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646213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7071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F23C2-C761-033F-E7D2-B17F74DA7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EE36FA7-CBBC-2D87-4214-9FAAE81D7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A28C6E-BDB0-7F3B-71C0-22E5E6ACC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E0BB4F-6773-C949-D02B-0C1A756F7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98FF4F-BBCE-B51C-6B11-0ACCC33C8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710ABD6-BEB9-4004-CA2A-9A874E946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6E0637-26EA-F4A2-BCD2-0BB9C746B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de-DE" sz="4800">
                <a:solidFill>
                  <a:srgbClr val="FFFFFF"/>
                </a:solidFill>
              </a:rPr>
              <a:t>Lambda Deployment</a:t>
            </a:r>
            <a:endParaRPr lang="it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CEA056-136F-742F-8212-A81E5FE5A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285DA77-C720-6D55-8408-47D6DBCA7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67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22D9F-3161-803D-F755-DBA927F64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0BD0F8C-0502-9273-CC68-40D1D8291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C5D44C-5279-87AB-DECE-AB7E6FA58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0D28F5-B727-B3FC-3378-3F41AAB85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474609-5DE3-88E7-6862-706908A13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C948083-569E-4A64-DC99-C0DE9CC69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>
                <a:solidFill>
                  <a:srgbClr val="FFFFFF"/>
                </a:solidFill>
              </a:rPr>
              <a:t>App Local Development</a:t>
            </a:r>
            <a:endParaRPr lang="it-IT" dirty="0"/>
          </a:p>
        </p:txBody>
      </p:sp>
      <p:sp>
        <p:nvSpPr>
          <p:cNvPr id="22" name="Segnaposto contenuto 2">
            <a:extLst>
              <a:ext uri="{FF2B5EF4-FFF2-40B4-BE49-F238E27FC236}">
                <a16:creationId xmlns:a16="http://schemas.microsoft.com/office/drawing/2014/main" id="{836790AE-11E1-8616-6062-F8C2B7A3E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b="1" dirty="0"/>
              <a:t>Application capabilities</a:t>
            </a:r>
            <a:r>
              <a:rPr lang="it-IT" dirty="0"/>
              <a:t>:  </a:t>
            </a:r>
            <a:r>
              <a:rPr lang="it-IT" err="1"/>
              <a:t>convert</a:t>
            </a:r>
            <a:r>
              <a:rPr lang="it-IT" dirty="0"/>
              <a:t> </a:t>
            </a:r>
            <a:r>
              <a:rPr lang="it-IT" err="1"/>
              <a:t>colored</a:t>
            </a:r>
            <a:r>
              <a:rPr lang="it-IT" dirty="0"/>
              <a:t> images </a:t>
            </a:r>
            <a:r>
              <a:rPr lang="it-IT" err="1"/>
              <a:t>into</a:t>
            </a:r>
            <a:r>
              <a:rPr lang="it-IT" dirty="0"/>
              <a:t> single-</a:t>
            </a:r>
            <a:r>
              <a:rPr lang="it-IT" err="1"/>
              <a:t>tone</a:t>
            </a:r>
            <a:r>
              <a:rPr lang="it-IT" dirty="0"/>
              <a:t> images</a:t>
            </a:r>
            <a:endParaRPr lang="it-IT"/>
          </a:p>
          <a:p>
            <a:r>
              <a:rPr lang="it-IT" b="1" dirty="0"/>
              <a:t>Technologies</a:t>
            </a:r>
            <a:r>
              <a:rPr lang="it-IT" dirty="0"/>
              <a:t>: Python, PILLOW</a:t>
            </a:r>
          </a:p>
          <a:p>
            <a:r>
              <a:rPr lang="it-IT" b="1" dirty="0"/>
              <a:t>Source code</a:t>
            </a:r>
            <a:r>
              <a:rPr lang="it-IT" dirty="0"/>
              <a:t>: </a:t>
            </a:r>
            <a:r>
              <a:rPr lang="it-IT" dirty="0">
                <a:ea typeface="+mn-lt"/>
                <a:cs typeface="+mn-lt"/>
              </a:rPr>
              <a:t>https://github.com/AntoninoRando/AWS-Lab</a:t>
            </a:r>
          </a:p>
          <a:p>
            <a:endParaRPr lang="it-IT" dirty="0"/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8CEDC3AA-4378-73E0-247C-8328C19698F7}"/>
              </a:ext>
            </a:extLst>
          </p:cNvPr>
          <p:cNvGrpSpPr/>
          <p:nvPr/>
        </p:nvGrpSpPr>
        <p:grpSpPr>
          <a:xfrm>
            <a:off x="1699617" y="4096731"/>
            <a:ext cx="8793713" cy="1944279"/>
            <a:chOff x="-1489313" y="2925110"/>
            <a:chExt cx="14073785" cy="3115900"/>
          </a:xfrm>
        </p:grpSpPr>
        <p:pic>
          <p:nvPicPr>
            <p:cNvPr id="24" name="Immagine 23" descr="Immagine che contiene strumento di scrittura, matita, forniture per ufficio&#10;&#10;Il contenuto generato dall&amp;#39;IA potrebbe non essere corretto.">
              <a:extLst>
                <a:ext uri="{FF2B5EF4-FFF2-40B4-BE49-F238E27FC236}">
                  <a16:creationId xmlns:a16="http://schemas.microsoft.com/office/drawing/2014/main" id="{968FA52C-687B-F97F-9023-B970E9E32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489313" y="2925110"/>
              <a:ext cx="4939647" cy="3087279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</p:pic>
        <p:pic>
          <p:nvPicPr>
            <p:cNvPr id="25" name="Immagine 24" descr="Immagine che contiene fiore, bianco e nero, monocromatico&#10;&#10;Il contenuto generato dall&amp;#39;IA potrebbe non essere corretto.">
              <a:extLst>
                <a:ext uri="{FF2B5EF4-FFF2-40B4-BE49-F238E27FC236}">
                  <a16:creationId xmlns:a16="http://schemas.microsoft.com/office/drawing/2014/main" id="{A92D0A87-4DD1-6809-5876-0CD67D8BE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44825" y="2953731"/>
              <a:ext cx="4939647" cy="3087279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</p:pic>
        <p:sp>
          <p:nvSpPr>
            <p:cNvPr id="26" name="Freccia a destra 25">
              <a:extLst>
                <a:ext uri="{FF2B5EF4-FFF2-40B4-BE49-F238E27FC236}">
                  <a16:creationId xmlns:a16="http://schemas.microsoft.com/office/drawing/2014/main" id="{56A056F4-F54B-95F2-5980-E504CDBBCF65}"/>
                </a:ext>
              </a:extLst>
            </p:cNvPr>
            <p:cNvSpPr/>
            <p:nvPr/>
          </p:nvSpPr>
          <p:spPr>
            <a:xfrm>
              <a:off x="4814431" y="4196601"/>
              <a:ext cx="1464315" cy="580038"/>
            </a:xfrm>
            <a:prstGeom prst="rightArrow">
              <a:avLst/>
            </a:prstGeom>
            <a:solidFill>
              <a:srgbClr val="0F38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792541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2A4027-EF99-DBD2-D23F-6E531C826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367010C-3195-13AF-5166-3B5B73C8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6F5456-F81C-8F98-BB94-128AD7C31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3339E0-58C4-5131-8B93-3AC8F70DA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54BCFC-BB15-689F-ACE2-3B030F187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79397A-013E-8796-96EC-5831768F5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>
                <a:solidFill>
                  <a:schemeClr val="bg1"/>
                </a:solidFill>
              </a:rPr>
              <a:t>API Deployment</a:t>
            </a:r>
            <a:r>
              <a:rPr lang="it-IT" sz="2800" b="1" dirty="0">
                <a:solidFill>
                  <a:schemeClr val="bg1"/>
                </a:solidFill>
              </a:rPr>
              <a:t> Lambda </a:t>
            </a:r>
            <a:r>
              <a:rPr lang="it-IT" sz="2800" b="1" dirty="0" err="1">
                <a:solidFill>
                  <a:schemeClr val="bg1"/>
                </a:solidFill>
              </a:rPr>
              <a:t>Creation</a:t>
            </a:r>
            <a:endParaRPr lang="it-IT" sz="4000" b="1">
              <a:solidFill>
                <a:schemeClr val="bg1"/>
              </a:solidFill>
            </a:endParaRPr>
          </a:p>
        </p:txBody>
      </p:sp>
      <p:pic>
        <p:nvPicPr>
          <p:cNvPr id="6" name="Immagine 5" descr="Immagine che contiene testo, elettronica, schermata, software&#10;&#10;Il contenuto generato dall&amp;#39;IA potrebbe non essere corretto.">
            <a:extLst>
              <a:ext uri="{FF2B5EF4-FFF2-40B4-BE49-F238E27FC236}">
                <a16:creationId xmlns:a16="http://schemas.microsoft.com/office/drawing/2014/main" id="{7A3DB2D0-018C-509E-BC60-DF70F1394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289" y="1712532"/>
            <a:ext cx="9937423" cy="497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76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808A04-4791-F7A9-F91D-2BA00199F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07BEF7D-F85B-688C-8279-10114D3A1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3C6449-CB6B-138B-5CAA-46F168E75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E9DFC6-0C4B-76EA-F3CD-68DEF5814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206A6A-8766-DF02-D6A7-113D9E94D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68262A3-9983-36E8-83C8-B40526C0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chemeClr val="bg1"/>
                </a:solidFill>
              </a:rPr>
              <a:t>API Deployment</a:t>
            </a:r>
            <a:r>
              <a:rPr lang="it-IT" sz="2800" b="1">
                <a:solidFill>
                  <a:schemeClr val="bg1"/>
                </a:solidFill>
              </a:rPr>
              <a:t> Lambda Layers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1085C3A6-F6CA-82BE-76F3-B54FF3A02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it-IT" dirty="0" err="1"/>
              <a:t>Since</a:t>
            </a:r>
            <a:r>
              <a:rPr lang="it-IT" dirty="0"/>
              <a:t> the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built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Pillow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to be </a:t>
            </a:r>
            <a:r>
              <a:rPr lang="it-IT" dirty="0" err="1"/>
              <a:t>loaded</a:t>
            </a:r>
            <a:r>
              <a:rPr lang="it-IT" dirty="0"/>
              <a:t> on a lambda </a:t>
            </a:r>
            <a:r>
              <a:rPr lang="it-IT" dirty="0" err="1"/>
              <a:t>layer</a:t>
            </a:r>
            <a:endParaRPr lang="it-IT" dirty="0"/>
          </a:p>
          <a:p>
            <a:r>
              <a:rPr lang="it-IT" dirty="0" err="1"/>
              <a:t>I've</a:t>
            </a:r>
            <a:r>
              <a:rPr lang="it-IT" dirty="0"/>
              <a:t> </a:t>
            </a:r>
            <a:r>
              <a:rPr lang="it-IT" dirty="0" err="1"/>
              <a:t>tried</a:t>
            </a:r>
            <a:r>
              <a:rPr lang="it-IT" dirty="0"/>
              <a:t> 2 </a:t>
            </a:r>
            <a:r>
              <a:rPr lang="it-IT" dirty="0" err="1"/>
              <a:t>approaches</a:t>
            </a:r>
            <a:r>
              <a:rPr lang="it-IT" dirty="0"/>
              <a:t> for building the lambda </a:t>
            </a:r>
            <a:r>
              <a:rPr lang="it-IT" dirty="0" err="1"/>
              <a:t>layer</a:t>
            </a:r>
            <a:r>
              <a:rPr lang="it-IT" dirty="0"/>
              <a:t>:</a:t>
            </a:r>
          </a:p>
          <a:p>
            <a:pPr marL="914400" lvl="1" indent="-457200">
              <a:buAutoNum type="arabicPeriod"/>
            </a:pPr>
            <a:r>
              <a:rPr lang="it-IT" dirty="0"/>
              <a:t>Using a custom zip </a:t>
            </a:r>
            <a:r>
              <a:rPr lang="it-IT" dirty="0" err="1"/>
              <a:t>layer</a:t>
            </a:r>
            <a:endParaRPr lang="it-IT" dirty="0"/>
          </a:p>
          <a:p>
            <a:pPr lvl="1">
              <a:buAutoNum type="arabicPeriod"/>
            </a:pPr>
            <a:endParaRPr lang="it-IT" dirty="0"/>
          </a:p>
          <a:p>
            <a:pPr lvl="1">
              <a:buAutoNum type="arabicPeriod"/>
            </a:pPr>
            <a:endParaRPr lang="it-IT"/>
          </a:p>
          <a:p>
            <a:pPr lvl="1">
              <a:buAutoNum type="arabicPeriod"/>
            </a:pPr>
            <a:endParaRPr lang="it-IT" dirty="0"/>
          </a:p>
          <a:p>
            <a:pPr lvl="1">
              <a:buAutoNum type="arabicPeriod"/>
            </a:pPr>
            <a:endParaRPr lang="it-IT" dirty="0"/>
          </a:p>
          <a:p>
            <a:pPr lvl="1">
              <a:buAutoNum type="arabicPeriod"/>
            </a:pPr>
            <a:r>
              <a:rPr lang="it-IT" dirty="0"/>
              <a:t>Using an </a:t>
            </a:r>
            <a:r>
              <a:rPr lang="it-IT" b="1" dirty="0"/>
              <a:t>ARN (Amazon Resource Name)</a:t>
            </a:r>
            <a:r>
              <a:rPr lang="it-IT" dirty="0"/>
              <a:t>: </a:t>
            </a:r>
            <a:r>
              <a:rPr lang="it-IT" dirty="0" err="1"/>
              <a:t>unique</a:t>
            </a:r>
            <a:r>
              <a:rPr lang="it-IT" dirty="0"/>
              <a:t> </a:t>
            </a:r>
            <a:r>
              <a:rPr lang="it-IT" dirty="0" err="1"/>
              <a:t>identifiers</a:t>
            </a:r>
            <a:r>
              <a:rPr lang="it-IT" dirty="0"/>
              <a:t> of AWS </a:t>
            </a:r>
            <a:r>
              <a:rPr lang="it-IT" dirty="0" err="1"/>
              <a:t>resources</a:t>
            </a:r>
            <a:r>
              <a:rPr lang="it-IT" dirty="0"/>
              <a:t> (</a:t>
            </a:r>
            <a:r>
              <a:rPr lang="it-IT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arn:aws:lambda:eu-north-1:770693421928:layer:Klayers-p312-pillow:2</a:t>
            </a:r>
            <a:r>
              <a:rPr lang="it-IT" sz="2800" dirty="0"/>
              <a:t>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it-IT" sz="2200" dirty="0" err="1"/>
              <a:t>Only</a:t>
            </a:r>
            <a:r>
              <a:rPr lang="it-IT" sz="2200" dirty="0"/>
              <a:t> works with </a:t>
            </a:r>
            <a:r>
              <a:rPr lang="it-IT" sz="2200" b="1" dirty="0"/>
              <a:t>Python 3.12</a:t>
            </a:r>
            <a:r>
              <a:rPr lang="it-IT" sz="2200" dirty="0"/>
              <a:t> </a:t>
            </a:r>
            <a:r>
              <a:rPr lang="it-IT" sz="2200" dirty="0" err="1"/>
              <a:t>runtime</a:t>
            </a:r>
          </a:p>
        </p:txBody>
      </p:sp>
      <p:graphicFrame>
        <p:nvGraphicFramePr>
          <p:cNvPr id="7" name="Segnaposto contenuto 5">
            <a:extLst>
              <a:ext uri="{FF2B5EF4-FFF2-40B4-BE49-F238E27FC236}">
                <a16:creationId xmlns:a16="http://schemas.microsoft.com/office/drawing/2014/main" id="{338411DA-BC24-8C66-8ACE-49A0BDABED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4196183"/>
              </p:ext>
            </p:extLst>
          </p:nvPr>
        </p:nvGraphicFramePr>
        <p:xfrm>
          <a:off x="1374801" y="3431588"/>
          <a:ext cx="9984122" cy="1405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371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DB76C-6953-8285-0E16-3DFA7AB34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2A82148-B0CC-C4F5-30E3-93E25A8E1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999144-65FC-BFAD-EAA8-3E56FB47E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4FE3AF-3553-0AB7-D66D-61B98A95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1BB4BC-FB88-9291-FDF8-F5ED9A938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4B86BE8-C340-A458-47A9-F161470C1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chemeClr val="bg1"/>
                </a:solidFill>
              </a:rPr>
              <a:t>API Gateway</a:t>
            </a:r>
            <a:endParaRPr lang="it-IT" sz="2800" b="1">
              <a:solidFill>
                <a:schemeClr val="bg1"/>
              </a:solidFill>
            </a:endParaRPr>
          </a:p>
        </p:txBody>
      </p:sp>
      <p:graphicFrame>
        <p:nvGraphicFramePr>
          <p:cNvPr id="30" name="Segnaposto contenuto 5">
            <a:extLst>
              <a:ext uri="{FF2B5EF4-FFF2-40B4-BE49-F238E27FC236}">
                <a16:creationId xmlns:a16="http://schemas.microsoft.com/office/drawing/2014/main" id="{1C4E9B0B-2552-EBCE-C00D-4FC8680652A6}"/>
              </a:ext>
            </a:extLst>
          </p:cNvPr>
          <p:cNvGraphicFramePr>
            <a:graphicFrameLocks/>
          </p:cNvGraphicFramePr>
          <p:nvPr/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2903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509B6-FB91-88A6-DE4D-54FD0111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45B6C02-7368-B67A-028E-217419E28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81A6CC-DB3E-2EA2-D042-976C0E10DF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5F584-3B59-358C-99E0-2B47D25BF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16192A-15BD-A892-21ED-F69BFAC1C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B87E71B-1A2E-EC63-2C2F-95EC6C7C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chemeClr val="bg1"/>
                </a:solidFill>
              </a:rPr>
              <a:t>API Gateway</a:t>
            </a:r>
            <a:endParaRPr lang="it-IT" sz="2800" b="1">
              <a:solidFill>
                <a:schemeClr val="bg1"/>
              </a:solidFill>
            </a:endParaRPr>
          </a:p>
        </p:txBody>
      </p:sp>
      <p:pic>
        <p:nvPicPr>
          <p:cNvPr id="18" name="Immagine 17" descr="Immagine che contiene testo, elettronica, schermata, software&#10;&#10;Il contenuto generato dall&amp;#39;IA potrebbe non essere corretto.">
            <a:extLst>
              <a:ext uri="{FF2B5EF4-FFF2-40B4-BE49-F238E27FC236}">
                <a16:creationId xmlns:a16="http://schemas.microsoft.com/office/drawing/2014/main" id="{522226D3-C237-58D4-63C7-78276BEEF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99" y="1845426"/>
            <a:ext cx="9036148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77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D4E42-31F1-BA4C-F20E-183E6CDFA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66FDF0-542C-6A0C-BE3B-355BCCEF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E3C623-6093-A93A-85E5-C3F485AEE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7B8E81-E7A4-0AA2-D55A-E43AF0331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5120-9A29-FE05-288D-5EF2AB1AA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71B5ABE-8B49-DC68-F887-09E484B35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>
                <a:solidFill>
                  <a:schemeClr val="bg1"/>
                </a:solidFill>
              </a:rPr>
              <a:t>API Gateway</a:t>
            </a:r>
            <a:endParaRPr lang="it-IT" sz="2800" b="1">
              <a:solidFill>
                <a:schemeClr val="bg1"/>
              </a:solidFill>
            </a:endParaRPr>
          </a:p>
        </p:txBody>
      </p:sp>
      <p:pic>
        <p:nvPicPr>
          <p:cNvPr id="10" name="Immagine 9" descr="Immagine che contiene testo, schermata, schermo, software&#10;&#10;Il contenuto generato dall&amp;#39;IA potrebbe non essere corretto.">
            <a:extLst>
              <a:ext uri="{FF2B5EF4-FFF2-40B4-BE49-F238E27FC236}">
                <a16:creationId xmlns:a16="http://schemas.microsoft.com/office/drawing/2014/main" id="{EC74D241-0D39-0D27-7C6F-2E4A2FA080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" b="25200"/>
          <a:stretch>
            <a:fillRect/>
          </a:stretch>
        </p:blipFill>
        <p:spPr>
          <a:xfrm>
            <a:off x="1607618" y="1845426"/>
            <a:ext cx="8973710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73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5D45C-0291-8F8C-C084-28C302BCE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2D2716B-0B67-F012-6F60-F2F2E90F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de-DE" sz="4800">
                <a:solidFill>
                  <a:srgbClr val="FFFFFF"/>
                </a:solidFill>
              </a:rPr>
              <a:t>Testing the Lambda</a:t>
            </a:r>
            <a:endParaRPr lang="it-IT" sz="4800">
              <a:solidFill>
                <a:srgbClr val="FFFFFF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13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6C08C-DE0D-7CC3-0D88-B3CBA98A3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FDFB1B-CE29-F6EE-339D-F92073241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99B0C1-F289-C586-3FAE-B14AA30FB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2B036A-6F8A-0A4B-A0C4-1DD0D6603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54DF3B-4A11-A932-ED5E-61BE7708B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53A48C3-0C54-8CC3-9AC6-C70E06FBC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dirty="0">
                <a:solidFill>
                  <a:srgbClr val="FFFFFF"/>
                </a:solidFill>
              </a:rPr>
              <a:t>Test Plan</a:t>
            </a:r>
            <a:endParaRPr lang="it-IT" dirty="0"/>
          </a:p>
        </p:txBody>
      </p:sp>
      <p:graphicFrame>
        <p:nvGraphicFramePr>
          <p:cNvPr id="17" name="Segnaposto contenuto 5">
            <a:extLst>
              <a:ext uri="{FF2B5EF4-FFF2-40B4-BE49-F238E27FC236}">
                <a16:creationId xmlns:a16="http://schemas.microsoft.com/office/drawing/2014/main" id="{464DC8C8-5C22-D24C-BAD2-B7F2726750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7498426"/>
              </p:ext>
            </p:extLst>
          </p:nvPr>
        </p:nvGraphicFramePr>
        <p:xfrm>
          <a:off x="632150" y="1824213"/>
          <a:ext cx="10927829" cy="22547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57" name="Segnaposto contenuto 2">
            <a:extLst>
              <a:ext uri="{FF2B5EF4-FFF2-40B4-BE49-F238E27FC236}">
                <a16:creationId xmlns:a16="http://schemas.microsoft.com/office/drawing/2014/main" id="{ED99ACE0-4E80-B2C4-807F-E20BB82A5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841" y="4349750"/>
            <a:ext cx="10515600" cy="21665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dirty="0"/>
              <a:t>The EC2 </a:t>
            </a:r>
            <a:r>
              <a:rPr lang="it-IT" err="1"/>
              <a:t>instances</a:t>
            </a:r>
            <a:r>
              <a:rPr lang="it-IT" dirty="0"/>
              <a:t> </a:t>
            </a:r>
            <a:r>
              <a:rPr lang="it-IT" err="1"/>
              <a:t>used</a:t>
            </a:r>
            <a:r>
              <a:rPr lang="it-IT"/>
              <a:t> for test are</a:t>
            </a:r>
          </a:p>
          <a:p>
            <a:r>
              <a:rPr lang="it-IT" b="1" dirty="0"/>
              <a:t>t3.micro</a:t>
            </a:r>
            <a:r>
              <a:rPr lang="it-IT" dirty="0"/>
              <a:t> (the </a:t>
            </a:r>
            <a:r>
              <a:rPr lang="it-IT" err="1"/>
              <a:t>smallest</a:t>
            </a:r>
            <a:r>
              <a:rPr lang="it-IT" dirty="0"/>
              <a:t> </a:t>
            </a:r>
            <a:r>
              <a:rPr lang="it-IT" err="1"/>
              <a:t>available</a:t>
            </a:r>
            <a:r>
              <a:rPr lang="it-IT" dirty="0"/>
              <a:t>)</a:t>
            </a:r>
          </a:p>
          <a:p>
            <a:r>
              <a:rPr lang="it-IT" b="1" dirty="0"/>
              <a:t>m71-flex.large</a:t>
            </a:r>
            <a:r>
              <a:rPr lang="it-IT" dirty="0"/>
              <a:t> (the </a:t>
            </a:r>
            <a:r>
              <a:rPr lang="it-IT" err="1"/>
              <a:t>biggest</a:t>
            </a:r>
            <a:r>
              <a:rPr lang="it-IT" dirty="0"/>
              <a:t> </a:t>
            </a:r>
            <a:r>
              <a:rPr lang="it-IT" err="1"/>
              <a:t>available</a:t>
            </a:r>
            <a:r>
              <a:rPr lang="it-IT" dirty="0"/>
              <a:t> with </a:t>
            </a:r>
            <a:r>
              <a:rPr lang="it-IT" err="1"/>
              <a:t>my</a:t>
            </a:r>
            <a:r>
              <a:rPr lang="it-IT" dirty="0"/>
              <a:t> free account)</a:t>
            </a:r>
          </a:p>
          <a:p>
            <a:pPr lvl="1">
              <a:buAutoNum type="arabicPeriod"/>
            </a:pPr>
            <a:endParaRPr lang="it-IT" dirty="0"/>
          </a:p>
          <a:p>
            <a:pPr lvl="1">
              <a:buAutoNum type="arabicPeriod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1186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EE014-3DFC-A114-F932-12280EE3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50B0D7C-31EA-6201-90AA-453B887B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EC2 Instances</a:t>
            </a:r>
            <a:endParaRPr lang="en-US" sz="40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magine 2" descr="Immagine che contiene testo, elettronica, schermata, software&#10;&#10;Il contenuto generato dall&amp;#39;IA potrebbe non essere corretto.">
            <a:extLst>
              <a:ext uri="{FF2B5EF4-FFF2-40B4-BE49-F238E27FC236}">
                <a16:creationId xmlns:a16="http://schemas.microsoft.com/office/drawing/2014/main" id="{32FCB858-1097-3F90-CC07-510AC42F8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857" y="1966293"/>
            <a:ext cx="7950285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008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8B3457-2A0F-AEF0-E106-49B70A57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80D9DD3-7BD1-4AC2-F4B1-689922A8B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6BF14F-0A23-1F8D-4367-BAED4DCE1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A4097F-2373-F94C-DB7C-9C6DD9ABE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3EC832-09E6-FFF6-355F-30979EB69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FBACDBF-B801-8240-E889-ADACDCA0C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EC2 Instances </a:t>
            </a:r>
            <a:r>
              <a:rPr lang="en-US" sz="2800" b="1" dirty="0">
                <a:solidFill>
                  <a:srgbClr val="FFFFFF"/>
                </a:solidFill>
              </a:rPr>
              <a:t>Details</a:t>
            </a:r>
            <a:r>
              <a:rPr lang="en-US" sz="4000" b="1" dirty="0">
                <a:solidFill>
                  <a:srgbClr val="FFFFFF"/>
                </a:solidFill>
              </a:rPr>
              <a:t>  </a:t>
            </a:r>
            <a:endParaRPr lang="en-US" sz="4000" b="1" kern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42170714-1871-F93B-839F-7843B05B6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err="1"/>
              <a:t>Both</a:t>
            </a:r>
            <a:r>
              <a:rPr lang="it-IT" dirty="0"/>
              <a:t> </a:t>
            </a:r>
            <a:r>
              <a:rPr lang="it-IT" err="1"/>
              <a:t>instances</a:t>
            </a:r>
            <a:r>
              <a:rPr lang="it-IT" dirty="0"/>
              <a:t> shares </a:t>
            </a:r>
            <a:r>
              <a:rPr lang="it-IT" err="1"/>
              <a:t>these</a:t>
            </a:r>
            <a:r>
              <a:rPr lang="it-IT" dirty="0"/>
              <a:t> </a:t>
            </a:r>
            <a:r>
              <a:rPr lang="it-IT" err="1"/>
              <a:t>details</a:t>
            </a:r>
            <a:r>
              <a:rPr lang="it-IT" dirty="0"/>
              <a:t>:</a:t>
            </a:r>
            <a:endParaRPr lang="it-IT"/>
          </a:p>
          <a:p>
            <a:r>
              <a:rPr lang="it-IT" b="1" dirty="0"/>
              <a:t>OS</a:t>
            </a:r>
            <a:r>
              <a:rPr lang="it-IT" dirty="0"/>
              <a:t>: Amazon Linux (</a:t>
            </a:r>
            <a:r>
              <a:rPr lang="it-IT" sz="2000" i="1" dirty="0">
                <a:solidFill>
                  <a:schemeClr val="tx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Amazon Linux 2023 AMI 2023.10.20260105.0 x86_64 HVM kernel-6.1</a:t>
            </a:r>
            <a:r>
              <a:rPr lang="it-IT" dirty="0">
                <a:ea typeface="+mn-lt"/>
                <a:cs typeface="+mn-lt"/>
              </a:rPr>
              <a:t>)</a:t>
            </a:r>
            <a:endParaRPr lang="it-IT"/>
          </a:p>
          <a:p>
            <a:r>
              <a:rPr lang="it-IT" b="1" dirty="0"/>
              <a:t>Key-</a:t>
            </a:r>
            <a:r>
              <a:rPr lang="it-IT" b="1" dirty="0" err="1"/>
              <a:t>pair</a:t>
            </a:r>
            <a:r>
              <a:rPr lang="it-IT" dirty="0"/>
              <a:t> (</a:t>
            </a:r>
            <a:r>
              <a:rPr lang="it-IT" dirty="0" err="1"/>
              <a:t>used</a:t>
            </a:r>
            <a:r>
              <a:rPr lang="it-IT" dirty="0"/>
              <a:t> for authentication): RSA</a:t>
            </a:r>
          </a:p>
          <a:p>
            <a:r>
              <a:rPr lang="it-IT" b="1" dirty="0"/>
              <a:t>SSH </a:t>
            </a:r>
            <a:r>
              <a:rPr lang="it-IT" b="1" err="1"/>
              <a:t>traffic</a:t>
            </a:r>
            <a:r>
              <a:rPr lang="it-IT" dirty="0"/>
              <a:t> </a:t>
            </a:r>
            <a:r>
              <a:rPr lang="it-IT" err="1"/>
              <a:t>allowed</a:t>
            </a:r>
            <a:r>
              <a:rPr lang="it-IT" dirty="0"/>
              <a:t> from </a:t>
            </a:r>
            <a:r>
              <a:rPr lang="it-IT" err="1"/>
              <a:t>anywhere</a:t>
            </a:r>
            <a:r>
              <a:rPr lang="it-IT" dirty="0"/>
              <a:t> (</a:t>
            </a:r>
            <a:r>
              <a:rPr lang="it-IT" err="1"/>
              <a:t>only</a:t>
            </a:r>
            <a:r>
              <a:rPr lang="it-IT" dirty="0"/>
              <a:t> for test </a:t>
            </a:r>
            <a:r>
              <a:rPr lang="it-IT" err="1"/>
              <a:t>purposes</a:t>
            </a:r>
            <a:r>
              <a:rPr lang="it-IT" dirty="0"/>
              <a:t>)</a:t>
            </a:r>
          </a:p>
          <a:p>
            <a:r>
              <a:rPr lang="it-IT" b="1" dirty="0"/>
              <a:t>Storage</a:t>
            </a:r>
            <a:r>
              <a:rPr lang="it-IT" dirty="0"/>
              <a:t>: 1 volume of 8 </a:t>
            </a:r>
            <a:r>
              <a:rPr lang="it-IT" dirty="0" err="1"/>
              <a:t>GiB</a:t>
            </a:r>
            <a:r>
              <a:rPr lang="it-IT" dirty="0"/>
              <a:t> gp3 (General </a:t>
            </a:r>
            <a:r>
              <a:rPr lang="it-IT" dirty="0" err="1"/>
              <a:t>purpose</a:t>
            </a:r>
            <a:r>
              <a:rPr lang="it-IT" dirty="0"/>
              <a:t> SSD), 3000 IOPS (Input/Output </a:t>
            </a:r>
            <a:r>
              <a:rPr lang="it-IT" dirty="0" err="1"/>
              <a:t>operation</a:t>
            </a:r>
            <a:r>
              <a:rPr lang="it-IT" dirty="0"/>
              <a:t> per seconds),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encrypted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266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91EB5-68B4-BBC6-FCF2-89541691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4B0E219-8365-1706-2972-B3A687349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712F5B-DFB6-E907-6583-F3272AE10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7DE8E0-7A2C-76CC-DC7A-D74D1E0B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5A459-3102-64FB-7B37-E68A0160E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0D01B89-616C-38BC-6786-134CE18C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EC2 Instances </a:t>
            </a:r>
            <a:r>
              <a:rPr lang="en-US" sz="2800" b="1" dirty="0">
                <a:solidFill>
                  <a:srgbClr val="FFFFFF"/>
                </a:solidFill>
              </a:rPr>
              <a:t>Apache JMeter Setup</a:t>
            </a:r>
            <a:r>
              <a:rPr lang="en-US" sz="4000" b="1" dirty="0">
                <a:solidFill>
                  <a:srgbClr val="FFFFFF"/>
                </a:solidFill>
              </a:rPr>
              <a:t> </a:t>
            </a:r>
            <a:endParaRPr lang="en-US" sz="4000" b="1" kern="1200" dirty="0">
              <a:solidFill>
                <a:srgbClr val="FFFFFF"/>
              </a:solidFill>
              <a:latin typeface="+mj-lt"/>
            </a:endParaRPr>
          </a:p>
        </p:txBody>
      </p:sp>
      <p:graphicFrame>
        <p:nvGraphicFramePr>
          <p:cNvPr id="7" name="Segnaposto contenuto 5">
            <a:extLst>
              <a:ext uri="{FF2B5EF4-FFF2-40B4-BE49-F238E27FC236}">
                <a16:creationId xmlns:a16="http://schemas.microsoft.com/office/drawing/2014/main" id="{ABEEAFD5-5123-29A7-F55E-F2F9DF6979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8041587"/>
              </p:ext>
            </p:extLst>
          </p:nvPr>
        </p:nvGraphicFramePr>
        <p:xfrm>
          <a:off x="990600" y="19780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1133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2D952-72BA-005F-A141-6FE087AC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93B6F4C-34DA-23B9-8BA6-2B77218A3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FD7358-725C-E781-FDC5-A8644F6E7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4C7AB6-AD19-5D28-066C-655BB933B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E875CE-1491-A360-AE60-5BF210E2F0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0E07652-1B31-53E5-8AD9-C7D389E3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EC2 Instances </a:t>
            </a:r>
            <a:r>
              <a:rPr lang="en-US" sz="2800" b="1" dirty="0">
                <a:solidFill>
                  <a:srgbClr val="FFFFFF"/>
                </a:solidFill>
              </a:rPr>
              <a:t>Shell Script for JMeter</a:t>
            </a:r>
            <a:r>
              <a:rPr lang="en-US" sz="4000" b="1" dirty="0">
                <a:solidFill>
                  <a:srgbClr val="FFFFFF"/>
                </a:solidFill>
              </a:rPr>
              <a:t> </a:t>
            </a:r>
            <a:endParaRPr lang="en-US" sz="4000" b="1" kern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5FB42F67-6559-2274-504C-A1A985EC3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it-IT" dirty="0">
                <a:latin typeface="Consolas"/>
                <a:ea typeface="+mn-lt"/>
                <a:cs typeface="+mn-lt"/>
              </a:rPr>
              <a:t>sudo </a:t>
            </a:r>
            <a:r>
              <a:rPr lang="it-IT" dirty="0" err="1">
                <a:latin typeface="Consolas"/>
                <a:ea typeface="+mn-lt"/>
                <a:cs typeface="+mn-lt"/>
              </a:rPr>
              <a:t>yum</a:t>
            </a:r>
            <a:r>
              <a:rPr lang="it-IT" dirty="0">
                <a:latin typeface="Consolas"/>
                <a:ea typeface="+mn-lt"/>
                <a:cs typeface="+mn-lt"/>
              </a:rPr>
              <a:t> update -y</a:t>
            </a:r>
            <a:endParaRPr lang="it-IT" dirty="0">
              <a:latin typeface="Consolas"/>
            </a:endParaRPr>
          </a:p>
          <a:p>
            <a:pPr marL="0" indent="0">
              <a:buNone/>
            </a:pPr>
            <a:r>
              <a:rPr lang="it-IT" dirty="0">
                <a:latin typeface="Consolas"/>
                <a:ea typeface="+mn-lt"/>
                <a:cs typeface="+mn-lt"/>
              </a:rPr>
              <a:t>sudo </a:t>
            </a:r>
            <a:r>
              <a:rPr lang="it-IT" dirty="0" err="1">
                <a:latin typeface="Consolas"/>
                <a:ea typeface="+mn-lt"/>
                <a:cs typeface="+mn-lt"/>
              </a:rPr>
              <a:t>yum</a:t>
            </a:r>
            <a:r>
              <a:rPr lang="it-IT" dirty="0">
                <a:latin typeface="Consolas"/>
                <a:ea typeface="+mn-lt"/>
                <a:cs typeface="+mn-lt"/>
              </a:rPr>
              <a:t> </a:t>
            </a:r>
            <a:r>
              <a:rPr lang="it-IT" dirty="0" err="1">
                <a:latin typeface="Consolas"/>
                <a:ea typeface="+mn-lt"/>
                <a:cs typeface="+mn-lt"/>
              </a:rPr>
              <a:t>install</a:t>
            </a:r>
            <a:r>
              <a:rPr lang="it-IT" dirty="0">
                <a:latin typeface="Consolas"/>
                <a:ea typeface="+mn-lt"/>
                <a:cs typeface="+mn-lt"/>
              </a:rPr>
              <a:t> java-11-amazon-corretto -y</a:t>
            </a:r>
            <a:endParaRPr lang="it-IT" dirty="0">
              <a:latin typeface="Consolas"/>
            </a:endParaRPr>
          </a:p>
          <a:p>
            <a:pPr marL="0" indent="0">
              <a:buNone/>
            </a:pPr>
            <a:endParaRPr lang="it-IT" dirty="0">
              <a:latin typeface="Consolas"/>
            </a:endParaRPr>
          </a:p>
          <a:p>
            <a:pPr marL="0" indent="0">
              <a:buNone/>
            </a:pPr>
            <a:r>
              <a:rPr lang="it-IT">
                <a:latin typeface="Consolas"/>
                <a:ea typeface="+mn-lt"/>
                <a:cs typeface="+mn-lt"/>
              </a:rPr>
              <a:t>sudo </a:t>
            </a:r>
            <a:r>
              <a:rPr lang="it-IT" err="1">
                <a:latin typeface="Consolas"/>
                <a:ea typeface="+mn-lt"/>
                <a:cs typeface="+mn-lt"/>
              </a:rPr>
              <a:t>wget</a:t>
            </a:r>
            <a:r>
              <a:rPr lang="it-IT">
                <a:latin typeface="Consolas"/>
                <a:ea typeface="+mn-lt"/>
                <a:cs typeface="+mn-lt"/>
              </a:rPr>
              <a:t> </a:t>
            </a:r>
            <a:r>
              <a:rPr lang="it-IT" dirty="0">
                <a:latin typeface="Consolas"/>
                <a:ea typeface="+mn-lt"/>
                <a:cs typeface="+mn-lt"/>
                <a:hlinkClick r:id="rId2"/>
              </a:rPr>
              <a:t>https://archive.apache.org/dist/jmeter/binaries/apache-jmeter-5.6.3.tgz</a:t>
            </a:r>
            <a:endParaRPr lang="it-IT">
              <a:latin typeface="Consolas"/>
            </a:endParaRPr>
          </a:p>
          <a:p>
            <a:pPr marL="0" indent="0">
              <a:buNone/>
            </a:pPr>
            <a:r>
              <a:rPr lang="it-IT" dirty="0">
                <a:latin typeface="Consolas"/>
                <a:ea typeface="+mn-lt"/>
                <a:cs typeface="+mn-lt"/>
              </a:rPr>
              <a:t>sudo tar -</a:t>
            </a:r>
            <a:r>
              <a:rPr lang="it-IT" dirty="0" err="1">
                <a:latin typeface="Consolas"/>
                <a:ea typeface="+mn-lt"/>
                <a:cs typeface="+mn-lt"/>
              </a:rPr>
              <a:t>xzf</a:t>
            </a:r>
            <a:r>
              <a:rPr lang="it-IT" dirty="0">
                <a:latin typeface="Consolas"/>
                <a:ea typeface="+mn-lt"/>
                <a:cs typeface="+mn-lt"/>
              </a:rPr>
              <a:t> apache-jmeter-5.6.3.tgz</a:t>
            </a:r>
            <a:endParaRPr lang="it-IT" dirty="0">
              <a:latin typeface="Consolas"/>
            </a:endParaRPr>
          </a:p>
          <a:p>
            <a:pPr marL="0" indent="0">
              <a:buNone/>
            </a:pPr>
            <a:r>
              <a:rPr lang="it-IT">
                <a:latin typeface="Consolas"/>
                <a:ea typeface="+mn-lt"/>
                <a:cs typeface="+mn-lt"/>
              </a:rPr>
              <a:t>sudo </a:t>
            </a:r>
            <a:r>
              <a:rPr lang="it-IT" err="1">
                <a:latin typeface="Consolas"/>
                <a:ea typeface="+mn-lt"/>
                <a:cs typeface="+mn-lt"/>
              </a:rPr>
              <a:t>chown</a:t>
            </a:r>
            <a:r>
              <a:rPr lang="it-IT">
                <a:latin typeface="Consolas"/>
                <a:ea typeface="+mn-lt"/>
                <a:cs typeface="+mn-lt"/>
              </a:rPr>
              <a:t> -R ec2-user:ec2-user </a:t>
            </a:r>
            <a:r>
              <a:rPr lang="it-IT" err="1">
                <a:latin typeface="Consolas"/>
                <a:ea typeface="+mn-lt"/>
                <a:cs typeface="+mn-lt"/>
              </a:rPr>
              <a:t>jmeter</a:t>
            </a:r>
            <a:endParaRPr lang="it-IT" err="1">
              <a:latin typeface="Consolas"/>
            </a:endParaRPr>
          </a:p>
          <a:p>
            <a:pPr marL="0" indent="0">
              <a:buNone/>
            </a:pPr>
            <a:endParaRPr lang="it-IT">
              <a:latin typeface="Consolas"/>
            </a:endParaRPr>
          </a:p>
          <a:p>
            <a:pPr marL="0" indent="0">
              <a:buNone/>
            </a:pPr>
            <a:r>
              <a:rPr lang="it-IT" err="1">
                <a:latin typeface="Consolas"/>
                <a:ea typeface="+mn-lt"/>
                <a:cs typeface="+mn-lt"/>
              </a:rPr>
              <a:t>echo</a:t>
            </a:r>
            <a:r>
              <a:rPr lang="it-IT">
                <a:latin typeface="Consolas"/>
                <a:ea typeface="+mn-lt"/>
                <a:cs typeface="+mn-lt"/>
              </a:rPr>
              <a:t> 'export PATH=$PATH:/</a:t>
            </a:r>
            <a:r>
              <a:rPr lang="it-IT" err="1">
                <a:latin typeface="Consolas"/>
                <a:ea typeface="+mn-lt"/>
                <a:cs typeface="+mn-lt"/>
              </a:rPr>
              <a:t>opt</a:t>
            </a:r>
            <a:r>
              <a:rPr lang="it-IT">
                <a:latin typeface="Consolas"/>
                <a:ea typeface="+mn-lt"/>
                <a:cs typeface="+mn-lt"/>
              </a:rPr>
              <a:t>/</a:t>
            </a:r>
            <a:r>
              <a:rPr lang="it-IT" err="1">
                <a:latin typeface="Consolas"/>
                <a:ea typeface="+mn-lt"/>
                <a:cs typeface="+mn-lt"/>
              </a:rPr>
              <a:t>jmeter</a:t>
            </a:r>
            <a:r>
              <a:rPr lang="it-IT">
                <a:latin typeface="Consolas"/>
                <a:ea typeface="+mn-lt"/>
                <a:cs typeface="+mn-lt"/>
              </a:rPr>
              <a:t>/bin' &gt;&gt; ~/.</a:t>
            </a:r>
            <a:r>
              <a:rPr lang="it-IT" err="1">
                <a:latin typeface="Consolas"/>
                <a:ea typeface="+mn-lt"/>
                <a:cs typeface="+mn-lt"/>
              </a:rPr>
              <a:t>bashrc</a:t>
            </a:r>
            <a:endParaRPr lang="it-IT" err="1">
              <a:latin typeface="Consolas"/>
            </a:endParaRPr>
          </a:p>
          <a:p>
            <a:pPr marL="0" indent="0">
              <a:buNone/>
            </a:pPr>
            <a:r>
              <a:rPr lang="it-IT">
                <a:latin typeface="Consolas"/>
                <a:ea typeface="+mn-lt"/>
                <a:cs typeface="+mn-lt"/>
              </a:rPr>
              <a:t>source ~/.</a:t>
            </a:r>
            <a:r>
              <a:rPr lang="it-IT" err="1">
                <a:latin typeface="Consolas"/>
                <a:ea typeface="+mn-lt"/>
                <a:cs typeface="+mn-lt"/>
              </a:rPr>
              <a:t>bashrc</a:t>
            </a:r>
            <a:endParaRPr lang="it-IT" err="1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33543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15D2A-6222-45AE-7C32-76F31209B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A5A2E18-A557-F466-864E-F0B3EA4C5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94F49A-B267-58A3-DCEB-4FC560228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B6698C-BE9A-387C-4CD1-A72F7618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F7A44F-77A0-CBE0-5A8A-1E77549C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6DF1E28-7E9E-B7DE-639B-5A8E3C23B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Test Configuration </a:t>
            </a:r>
            <a:r>
              <a:rPr lang="en-US" sz="2800" b="1" dirty="0">
                <a:solidFill>
                  <a:srgbClr val="FFFFFF"/>
                </a:solidFill>
              </a:rPr>
              <a:t>JMeter </a:t>
            </a:r>
            <a:r>
              <a:rPr lang="en-US" sz="4000" b="1" dirty="0">
                <a:solidFill>
                  <a:srgbClr val="FFFFFF"/>
                </a:solidFill>
              </a:rPr>
              <a:t> </a:t>
            </a:r>
            <a:endParaRPr lang="en-US" sz="4000" b="1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A7A21BD-93F5-C2A9-EC60-0665CD58D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0779"/>
            <a:ext cx="10515600" cy="382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969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6D27A-ACFC-16CE-3776-E82596F2A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5EDC970-240C-9764-0A0D-6D13C0A51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1D9F81-530C-1C63-5543-28C55A63D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B5E099-5BE0-5435-FB79-A8E8F418D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D4678C-7F87-BD02-5706-00A070A76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8909DF2-4165-25C7-245A-15076DA0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Test Configuration </a:t>
            </a:r>
            <a:r>
              <a:rPr lang="en-US" sz="2800" b="1" dirty="0">
                <a:solidFill>
                  <a:srgbClr val="FFFFFF"/>
                </a:solidFill>
              </a:rPr>
              <a:t>Test Payloads</a:t>
            </a:r>
            <a:r>
              <a:rPr lang="en-US" sz="4000" b="1" dirty="0">
                <a:solidFill>
                  <a:srgbClr val="FFFFFF"/>
                </a:solidFill>
              </a:rPr>
              <a:t> </a:t>
            </a:r>
            <a:endParaRPr lang="en-US" sz="4000" b="1" kern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9" name="Segnaposto contenuto 4">
            <a:extLst>
              <a:ext uri="{FF2B5EF4-FFF2-40B4-BE49-F238E27FC236}">
                <a16:creationId xmlns:a16="http://schemas.microsoft.com/office/drawing/2014/main" id="{D1156D48-467A-7FA3-7961-DCCE00031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About 20 images</a:t>
            </a:r>
          </a:p>
          <a:p>
            <a:r>
              <a:rPr lang="it-IT" dirty="0"/>
              <a:t>From 25x25 up to 8k</a:t>
            </a:r>
          </a:p>
          <a:p>
            <a:r>
              <a:rPr lang="it-IT" dirty="0" err="1"/>
              <a:t>Gathered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base64 inside a CSV file</a:t>
            </a:r>
          </a:p>
        </p:txBody>
      </p:sp>
    </p:spTree>
    <p:extLst>
      <p:ext uri="{BB962C8B-B14F-4D97-AF65-F5344CB8AC3E}">
        <p14:creationId xmlns:p14="http://schemas.microsoft.com/office/powerpoint/2010/main" val="155264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506C9-3FB9-756A-9409-4BC57E56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EFD0D89-E624-53FD-2B5A-F22B35B64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5C8D4C-C311-C44C-A461-0345D4C08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B4D46E-91B6-FE8B-2C68-36C3DAA19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4857B1-5B5E-94D4-48E2-4F38B5033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FAA75C-980D-91B6-B922-6FD00A80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Results </a:t>
            </a:r>
            <a:r>
              <a:rPr lang="en-US" sz="2800" b="1">
                <a:solidFill>
                  <a:srgbClr val="FFFFFF"/>
                </a:solidFill>
              </a:rPr>
              <a:t>t3.tiny EC2 metrics</a:t>
            </a:r>
            <a:r>
              <a:rPr lang="en-US" sz="4000" b="1" dirty="0">
                <a:solidFill>
                  <a:srgbClr val="FFFFFF"/>
                </a:solidFill>
              </a:rPr>
              <a:t> </a:t>
            </a:r>
            <a:endParaRPr lang="en-US" sz="4000" b="1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Segnaposto contenuto 4" descr="Immagine che contiene testo, diagramma, Carattere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732AB521-FB83-9932-ADCF-1622B8083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903" y="2015973"/>
            <a:ext cx="10584625" cy="395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861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BF97E-852F-B17C-0672-9EBDF3178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E0C8A23-4AD7-D1BE-9AF4-D8EEC2315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81E0CE-D143-1F64-D14E-3E32CA2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98124F-268B-441A-265E-52B5C9FC0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38D3A3-C42E-2C73-293C-BB73AF05C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9B26882-C7BB-06E9-4768-80E7804A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Results </a:t>
            </a:r>
            <a:r>
              <a:rPr lang="en-US" sz="2800" b="1">
                <a:solidFill>
                  <a:srgbClr val="FFFFFF"/>
                </a:solidFill>
              </a:rPr>
              <a:t>m71-flex.large EC2 metrics</a:t>
            </a:r>
            <a:r>
              <a:rPr lang="en-US" sz="4000" b="1" dirty="0">
                <a:solidFill>
                  <a:srgbClr val="FFFFFF"/>
                </a:solidFill>
              </a:rPr>
              <a:t> </a:t>
            </a:r>
            <a:endParaRPr lang="en-US" sz="4000" b="1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Segnaposto contenuto 4" descr="Immagine che contiene testo, diagramma, line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EF755270-E7E3-8778-0E54-29343506AB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903" y="2015973"/>
            <a:ext cx="10584625" cy="395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81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BCA019-5C76-C1B8-A934-B3FED92D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218F5D8-6B11-6979-1953-5ADDD5884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1797A5-63D5-707D-7ABF-3E408A2E0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E8ED98-840E-2BED-72F0-0B6ABF269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8C3E13-68C1-6D2E-F87E-5750D81CA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A889220-51B7-3F02-6B50-80D25BD7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Results </a:t>
            </a:r>
            <a:r>
              <a:rPr lang="en-US" sz="2800" b="1">
                <a:solidFill>
                  <a:srgbClr val="FFFFFF"/>
                </a:solidFill>
              </a:rPr>
              <a:t>Lambda Metrics  </a:t>
            </a:r>
            <a:r>
              <a:rPr lang="en-US" sz="2800" dirty="0">
                <a:solidFill>
                  <a:srgbClr val="FFFFFF"/>
                </a:solidFill>
              </a:rPr>
              <a:t>(t3.tiny on the left, m71-flex.large on the right)</a:t>
            </a:r>
            <a:endParaRPr lang="en-US" sz="40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12" name="Segnaposto contenuto 11" descr="Immagine che contiene testo, schermata, diagramma, numero&#10;&#10;Il contenuto generato dall&amp;#39;IA potrebbe non essere corretto.aa">
            <a:extLst>
              <a:ext uri="{FF2B5EF4-FFF2-40B4-BE49-F238E27FC236}">
                <a16:creationId xmlns:a16="http://schemas.microsoft.com/office/drawing/2014/main" id="{A804C884-D101-B7DE-4BC8-29C2307B07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809" y="1899570"/>
            <a:ext cx="10392382" cy="462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95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4835E-6EB2-7A0D-0E54-785F6D84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AE96D55-D9C9-973F-AB30-E8BE38709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C78937-FB76-8157-01F7-4BF78F091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1ABC3C-6CC9-31EC-342D-63CC260DC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AF1B09-1BA7-A374-5546-17B325297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D68421A-0E00-A311-A70D-0A8058FAD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Invocations </a:t>
            </a:r>
            <a:r>
              <a:rPr lang="en-US" sz="2800" b="1">
                <a:solidFill>
                  <a:srgbClr val="FFFFFF"/>
                </a:solidFill>
              </a:rPr>
              <a:t>t3.tiny</a:t>
            </a:r>
            <a:endParaRPr lang="en-US" sz="28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Immagine 4" descr="Immagine che contiene testo, schermat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13AB9BE1-70CF-17CA-C03E-AEE35797D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2" y="1717261"/>
            <a:ext cx="11162490" cy="453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119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A0573-D9A8-36A7-6495-E737775E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601C6C-AE80-3FB0-5A99-B82AC8A4B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FBD3E4-A7CE-56A7-81FF-8F59604C2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E390CA-7DB2-D2C3-6950-DD62F40D3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8A7AF5-5306-A749-376C-99FA44E9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9995827-BBC6-A405-4220-4C4F697F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Throttles </a:t>
            </a:r>
            <a:r>
              <a:rPr lang="en-US" sz="2800" b="1">
                <a:solidFill>
                  <a:srgbClr val="FFFFFF"/>
                </a:solidFill>
              </a:rPr>
              <a:t>t3.tiny</a:t>
            </a:r>
            <a:endParaRPr lang="en-US" sz="28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Immagine 4" descr="Immagine che contiene testo, schermata, numero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A9EBC7B2-3C50-714A-6ADF-BA4078151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2" y="1719434"/>
            <a:ext cx="11162490" cy="452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763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9466A-346A-9CD1-C09B-DBF7665C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E512485-CBDB-81BA-B7EF-26C4DD872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ADE916-600E-C269-6290-060BB72CA0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E2ADD0-3B7C-9FEB-FFB9-B15941C11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3D566E6-1B25-8E15-A913-1DAB6C912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29C4F16-A717-BB55-2EA4-58D93B261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Errors (sample count)</a:t>
            </a:r>
            <a:r>
              <a:rPr lang="en-US" sz="2800" b="1">
                <a:solidFill>
                  <a:srgbClr val="FFFFFF"/>
                </a:solidFill>
              </a:rPr>
              <a:t> t3.tiny</a:t>
            </a:r>
            <a:endParaRPr lang="en-US" sz="28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Immagine 4" descr="Immagine che contiene testo, schermat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C5B9A420-3E5E-1029-C30C-9ABBB185A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2" y="1719434"/>
            <a:ext cx="11162489" cy="452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56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49A5B-FAD6-BEC3-F936-CBD90B95A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8E0522F-ACCF-4247-1BD1-09EEDBADE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F10420-DC56-FF65-927A-CEAA27D08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2AC930-785F-7561-CC45-E4655B5EF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F8CD0E-73E6-6D51-B929-E00AAA084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5AC6122-5D6B-6690-7640-FBBB7A9FD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Duration</a:t>
            </a:r>
            <a:r>
              <a:rPr lang="en-US" sz="2800" b="1">
                <a:solidFill>
                  <a:srgbClr val="FFFFFF"/>
                </a:solidFill>
              </a:rPr>
              <a:t> t3.tiny</a:t>
            </a:r>
            <a:endParaRPr lang="en-US" sz="28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Immagine 4" descr="Immagine che contiene testo, schermat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9F2C056C-7957-E029-7A7E-2EFD45C2A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2" y="1719434"/>
            <a:ext cx="11162489" cy="452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67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3968A-F2B9-C334-FE0E-13DBC3A35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765F241-658A-212A-AA02-5C245BD4C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7DB1F9-DB8D-A432-D4E3-8250FD5AF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7B12F7-4E29-93DB-8A9A-B83EAF4A5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28A008-4D42-8DC4-820B-4EAA042D5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5047BAD-00FA-6A69-DC61-19E271ABA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Concurrent Executions</a:t>
            </a:r>
            <a:r>
              <a:rPr lang="en-US" sz="2800" b="1">
                <a:solidFill>
                  <a:srgbClr val="FFFFFF"/>
                </a:solidFill>
              </a:rPr>
              <a:t> t3.tiny</a:t>
            </a:r>
            <a:endParaRPr lang="en-US" sz="28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Immagine 4" descr="Immagine che contiene testo, schermat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B56FE12C-EE55-1A49-AC9C-46757BE16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3" y="1719434"/>
            <a:ext cx="11162487" cy="452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799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CA895-5D7B-BADD-98C7-6243991F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E5BDE69-084D-9ED4-0591-1FB27B3C8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AB8743-71D4-7D2C-0F58-C340CAE5C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8DDCAD-7E42-A5F1-BCD9-ADED22110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531216-2C4E-8FDE-D503-CFEC18DB3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008AA4D-C250-33BA-74F7-EF5E4BDE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Invocations </a:t>
            </a:r>
            <a:r>
              <a:rPr lang="en-US" sz="2800" b="1">
                <a:solidFill>
                  <a:srgbClr val="FFFFFF"/>
                </a:solidFill>
              </a:rPr>
              <a:t>m71-flex.large</a:t>
            </a:r>
            <a:endParaRPr lang="en-US" sz="28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Immagine 4" descr="Immagine che contiene testo, linea, Diagramm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91D856A7-3A92-B1CE-ADAA-4330D8E39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2" y="1719434"/>
            <a:ext cx="11162490" cy="452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93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231C4-4391-A963-9A28-1ACA7D8E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16E0DFE-4759-7771-F4CB-BD1138000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5FC8FD-E9AE-192D-49BF-2A332654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CC9B95-4DA7-85CF-BE50-F006FF4B4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803BD4-BE1E-B552-63F8-6DAB343A3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CD80914-788D-7693-7FD3-279F5C4E9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Throttles </a:t>
            </a:r>
            <a:r>
              <a:rPr lang="en-US" sz="2800" b="1">
                <a:solidFill>
                  <a:srgbClr val="FFFFFF"/>
                </a:solidFill>
              </a:rPr>
              <a:t>m71-flex.large</a:t>
            </a:r>
            <a:endParaRPr lang="en-US" sz="2800">
              <a:solidFill>
                <a:srgbClr val="000000"/>
              </a:solidFill>
            </a:endParaRPr>
          </a:p>
        </p:txBody>
      </p:sp>
      <p:pic>
        <p:nvPicPr>
          <p:cNvPr id="5" name="Immagine 4" descr="Immagine che contiene testo, line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581C6F9C-22E1-D284-D8B5-99ED9540E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2" y="1719434"/>
            <a:ext cx="11162489" cy="452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69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C728D-79C5-8F14-AE27-842A3CDD2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D72FBE3-AA35-00A2-21DB-D8BFB48D6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B98E14-4649-C5E3-195B-0DC832DC0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1E59B6-74CE-C704-CEA4-A430DC2F7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BE1A85-655B-1543-BFF8-2CD88F476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7B88BE6-A77D-6A38-8633-BC8A99FDA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Errors (sample count)</a:t>
            </a:r>
            <a:r>
              <a:rPr lang="en-US" sz="2800" b="1">
                <a:solidFill>
                  <a:srgbClr val="FFFFFF"/>
                </a:solidFill>
              </a:rPr>
              <a:t> m71-flex.large</a:t>
            </a:r>
            <a:endParaRPr lang="en-US" sz="2800">
              <a:solidFill>
                <a:srgbClr val="000000"/>
              </a:solidFill>
            </a:endParaRPr>
          </a:p>
        </p:txBody>
      </p:sp>
      <p:pic>
        <p:nvPicPr>
          <p:cNvPr id="5" name="Immagine 4" descr="Immagine che contiene testo, Diagramma, line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E4606346-EF2F-DE26-9916-3F20F9D25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2" y="1719434"/>
            <a:ext cx="11162489" cy="452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160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A086C-2B24-B25A-8672-211CC01FB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36B3297-553A-9F79-8B59-B91603AEB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BF0841-B48A-9688-46B8-86C98B146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93EEB6-F547-D01D-1E60-F7535CC1D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61AEE6-0D6D-625B-BEB6-A831A7726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0952A59-4464-3F41-BBD8-466B87BE7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Duration</a:t>
            </a:r>
            <a:r>
              <a:rPr lang="en-US" sz="2800" b="1">
                <a:solidFill>
                  <a:srgbClr val="FFFFFF"/>
                </a:solidFill>
              </a:rPr>
              <a:t> m71-flex.large</a:t>
            </a:r>
            <a:endParaRPr lang="en-US" sz="28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Immagine 4" descr="Immagine che contiene testo, schermat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BD8B0C80-049A-7765-EC03-22DAD946F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3" y="1719434"/>
            <a:ext cx="11162487" cy="452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01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9F6A2-CE8B-1575-5985-21D1FDC6D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81FB39C-AF71-33D1-A1DD-2DE46592D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E37F25-CB0E-4E4D-DF89-584D3125C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E76B54-9E92-1069-624D-4FE8C7A1B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F77ACD-628F-8F4F-DC57-10AEC607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F3E4A05-B881-667A-9397-2F48DE3A4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10069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Concurrent Executions</a:t>
            </a:r>
            <a:r>
              <a:rPr lang="en-US" sz="2800" b="1">
                <a:solidFill>
                  <a:srgbClr val="FFFFFF"/>
                </a:solidFill>
              </a:rPr>
              <a:t> m71-flex.large</a:t>
            </a:r>
            <a:endParaRPr lang="en-US" sz="28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Immagine 4" descr="Immagine che contiene testo, schermata, line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429A1B6F-6F78-24E7-32D9-4312E4176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73" y="1719434"/>
            <a:ext cx="11162487" cy="452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74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7B75D-9CC3-6DCF-E87E-0C0A94DB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91CD3B4-155F-2F49-D3E1-A725B28BB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86E142-772B-96B9-8DEF-741DAC905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6872CC-0D71-9300-CCB1-C5E0BFBA5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796799-2CF2-B00F-CAB1-355B96CB5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A6A5FA8-3D6F-BE78-A947-4050861D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77134FA-90B7-429D-ACB1-0B8015214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de-DE" sz="4800">
                <a:solidFill>
                  <a:srgbClr val="FFFFFF"/>
                </a:solidFill>
              </a:rPr>
              <a:t>Thanks</a:t>
            </a:r>
            <a:endParaRPr lang="it-IT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2BF24F-8AB8-3136-C852-9C112BE6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10C4B45-3400-95EC-17A7-71D4E5718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1850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2" baseType="lpstr">
      <vt:lpstr>Tema di Office</vt:lpstr>
      <vt:lpstr>Image Processing Application Deployed in AWS</vt:lpstr>
      <vt:lpstr>Work Outline</vt:lpstr>
      <vt:lpstr>Lambda Deployment</vt:lpstr>
      <vt:lpstr>App Local Development</vt:lpstr>
      <vt:lpstr>API Deployment Lambda Creation</vt:lpstr>
      <vt:lpstr>API Deployment Lambda Layers</vt:lpstr>
      <vt:lpstr>API Gateway</vt:lpstr>
      <vt:lpstr>API Gateway</vt:lpstr>
      <vt:lpstr>API Gateway</vt:lpstr>
      <vt:lpstr>Testing the Lambda</vt:lpstr>
      <vt:lpstr>Test Plan</vt:lpstr>
      <vt:lpstr>EC2 Instances</vt:lpstr>
      <vt:lpstr>EC2 Instances Details  </vt:lpstr>
      <vt:lpstr>EC2 Instances Apache JMeter Setup </vt:lpstr>
      <vt:lpstr>EC2 Instances Shell Script for JMeter </vt:lpstr>
      <vt:lpstr>Test Configuration JMeter  </vt:lpstr>
      <vt:lpstr>Test Configuration Test Payloads </vt:lpstr>
      <vt:lpstr>Results t3.tiny EC2 metrics </vt:lpstr>
      <vt:lpstr>Results m71-flex.large EC2 metrics </vt:lpstr>
      <vt:lpstr>Results Lambda Metrics  (t3.tiny on the left, m71-flex.large on the right)</vt:lpstr>
      <vt:lpstr>Invocations t3.tiny</vt:lpstr>
      <vt:lpstr>Throttles t3.tiny</vt:lpstr>
      <vt:lpstr>Errors (sample count) t3.tiny</vt:lpstr>
      <vt:lpstr>Duration t3.tiny</vt:lpstr>
      <vt:lpstr>Concurrent Executions t3.tiny</vt:lpstr>
      <vt:lpstr>Invocations m71-flex.large</vt:lpstr>
      <vt:lpstr>Throttles m71-flex.large</vt:lpstr>
      <vt:lpstr>Errors (sample count) m71-flex.large</vt:lpstr>
      <vt:lpstr>Duration m71-flex.large</vt:lpstr>
      <vt:lpstr>Concurrent Executions m71-flex.large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588</cp:revision>
  <dcterms:created xsi:type="dcterms:W3CDTF">2025-10-13T03:43:04Z</dcterms:created>
  <dcterms:modified xsi:type="dcterms:W3CDTF">2026-01-15T08:33:44Z</dcterms:modified>
</cp:coreProperties>
</file>